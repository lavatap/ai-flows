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Neue Montreal" pitchFamily="2" charset="0"/>
      <p:regular r:id="rId14"/>
    </p:embeddedFont>
    <p:embeddedFont>
      <p:font typeface="Neue Montreal Medium"/>
      <p:regular r:id="rId15"/>
    </p:embeddedFont>
    <p:embeddedFont>
      <p:font typeface="Neue Montreal Medium Italics" pitchFamily="2" charset="0"/>
      <p:regular r:id="rId16"/>
      <p:italic r:id="rId17"/>
    </p:embeddedFont>
    <p:embeddedFont>
      <p:font typeface="Telegraf Bold"/>
      <p:regular r:id="rId18"/>
      <p:bold r:id="rId19"/>
    </p:embeddedFont>
    <p:embeddedFont>
      <p:font typeface="Telegraf Ultra-Bold" pitchFamily="2" charset="0"/>
      <p:regular r:id="rId20"/>
      <p:bold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4589" autoAdjust="0"/>
  </p:normalViewPr>
  <p:slideViewPr>
    <p:cSldViewPr>
      <p:cViewPr varScale="1">
        <p:scale>
          <a:sx n="80" d="100"/>
          <a:sy n="80" d="100"/>
        </p:scale>
        <p:origin x="824" y="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jpeg"/><Relationship Id="rId1" Type="http://schemas.openxmlformats.org/officeDocument/2006/relationships/slideLayout" Target="../slideLayouts/slideLayout7.xml"/><Relationship Id="rId6" Type="http://schemas.openxmlformats.org/officeDocument/2006/relationships/image" Target="../media/image14.jpeg"/><Relationship Id="rId5" Type="http://schemas.openxmlformats.org/officeDocument/2006/relationships/image" Target="../media/image13.svg"/><Relationship Id="rId4" Type="http://schemas.openxmlformats.org/officeDocument/2006/relationships/image" Target="../media/image12.svg"/></Relationships>
</file>

<file path=ppt/slides/_rels/slide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0.jpeg"/><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6.png"/><Relationship Id="rId4" Type="http://schemas.openxmlformats.org/officeDocument/2006/relationships/image" Target="../media/image21.sv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2.png"/><Relationship Id="rId7" Type="http://schemas.openxmlformats.org/officeDocument/2006/relationships/image" Target="../media/image25.jpe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24.jpeg"/><Relationship Id="rId5" Type="http://schemas.openxmlformats.org/officeDocument/2006/relationships/image" Target="../media/image23.svg"/><Relationship Id="rId4" Type="http://schemas.openxmlformats.org/officeDocument/2006/relationships/image" Target="../media/image12.svg"/><Relationship Id="rId9" Type="http://schemas.openxmlformats.org/officeDocument/2006/relationships/image" Target="../media/image19.svg"/></Relationships>
</file>

<file path=ppt/slides/_rels/slide7.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8.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7.jpeg"/><Relationship Id="rId5" Type="http://schemas.openxmlformats.org/officeDocument/2006/relationships/image" Target="../media/image10.jpeg"/><Relationship Id="rId4" Type="http://schemas.openxmlformats.org/officeDocument/2006/relationships/image" Target="../media/image26.svg"/></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6.png"/><Relationship Id="rId7" Type="http://schemas.openxmlformats.org/officeDocument/2006/relationships/image" Target="../media/image30.sv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7.svg"/><Relationship Id="rId10" Type="http://schemas.openxmlformats.org/officeDocument/2006/relationships/image" Target="../media/image32.jpeg"/><Relationship Id="rId4" Type="http://schemas.openxmlformats.org/officeDocument/2006/relationships/image" Target="../media/image29.svg"/><Relationship Id="rId9" Type="http://schemas.openxmlformats.org/officeDocument/2006/relationships/image" Target="../media/image31.jpeg"/></Relationships>
</file>

<file path=ppt/slides/_rels/slide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17.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34.svg"/><Relationship Id="rId10" Type="http://schemas.openxmlformats.org/officeDocument/2006/relationships/image" Target="../media/image37.png"/><Relationship Id="rId4" Type="http://schemas.openxmlformats.org/officeDocument/2006/relationships/image" Target="../media/image33.png"/><Relationship Id="rId9" Type="http://schemas.openxmlformats.org/officeDocument/2006/relationships/image" Target="../media/image36.png"/></Relationships>
</file>

<file path=ppt/slides/_rels/slide1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0.jpe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38.svg"/></Relationships>
</file>

<file path=ppt/slides/_rels/slide11.xml.rels><?xml version="1.0" encoding="UTF-8" standalone="yes"?>
<Relationships xmlns="http://schemas.openxmlformats.org/package/2006/relationships"><Relationship Id="rId8" Type="http://schemas.openxmlformats.org/officeDocument/2006/relationships/image" Target="../media/image42.jpeg"/><Relationship Id="rId3" Type="http://schemas.openxmlformats.org/officeDocument/2006/relationships/image" Target="../media/image39.svg"/><Relationship Id="rId7" Type="http://schemas.openxmlformats.org/officeDocument/2006/relationships/image" Target="../media/image41.jpeg"/><Relationship Id="rId2" Type="http://schemas.openxmlformats.org/officeDocument/2006/relationships/image" Target="../media/image10.jpeg"/><Relationship Id="rId1" Type="http://schemas.openxmlformats.org/officeDocument/2006/relationships/slideLayout" Target="../slideLayouts/slideLayout7.xml"/><Relationship Id="rId6" Type="http://schemas.openxmlformats.org/officeDocument/2006/relationships/image" Target="../media/image40.jpeg"/><Relationship Id="rId5" Type="http://schemas.openxmlformats.org/officeDocument/2006/relationships/image" Target="../media/image22.png"/><Relationship Id="rId10" Type="http://schemas.openxmlformats.org/officeDocument/2006/relationships/image" Target="../media/image44.svg"/><Relationship Id="rId4" Type="http://schemas.openxmlformats.org/officeDocument/2006/relationships/image" Target="../media/image17.png"/><Relationship Id="rId9" Type="http://schemas.openxmlformats.org/officeDocument/2006/relationships/image" Target="../media/image43.jpeg"/></Relationships>
</file>

<file path=ppt/slides/_rels/slide12.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5.svg"/><Relationship Id="rId7" Type="http://schemas.openxmlformats.org/officeDocument/2006/relationships/image" Target="../media/image48.sv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47.svg"/><Relationship Id="rId5" Type="http://schemas.openxmlformats.org/officeDocument/2006/relationships/image" Target="../media/image6.png"/><Relationship Id="rId10" Type="http://schemas.openxmlformats.org/officeDocument/2006/relationships/image" Target="../media/image51.svg"/><Relationship Id="rId4" Type="http://schemas.openxmlformats.org/officeDocument/2006/relationships/image" Target="../media/image46.svg"/><Relationship Id="rId9" Type="http://schemas.openxmlformats.org/officeDocument/2006/relationships/image" Target="../media/image5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032"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zh-CN" altLang="en-US"/>
          </a:p>
        </p:txBody>
      </p:sp>
      <p:grpSp>
        <p:nvGrpSpPr>
          <p:cNvPr id="14" name="组合 13">
            <a:extLst>
              <a:ext uri="{FF2B5EF4-FFF2-40B4-BE49-F238E27FC236}">
                <a16:creationId xmlns:a16="http://schemas.microsoft.com/office/drawing/2014/main" id="{7F25E31E-B23E-0ADF-1661-48FD04F817A7}"/>
              </a:ext>
            </a:extLst>
          </p:cNvPr>
          <p:cNvGrpSpPr/>
          <p:nvPr/>
        </p:nvGrpSpPr>
        <p:grpSpPr>
          <a:xfrm>
            <a:off x="1028700" y="2917527"/>
            <a:ext cx="17259300" cy="6352547"/>
            <a:chOff x="1028700" y="2917527"/>
            <a:chExt cx="17259300" cy="6352547"/>
          </a:xfrm>
        </p:grpSpPr>
        <p:grpSp>
          <p:nvGrpSpPr>
            <p:cNvPr id="3" name="Group 3"/>
            <p:cNvGrpSpPr/>
            <p:nvPr/>
          </p:nvGrpSpPr>
          <p:grpSpPr>
            <a:xfrm>
              <a:off x="1028700" y="2917527"/>
              <a:ext cx="12134029" cy="6233571"/>
              <a:chOff x="0" y="0"/>
              <a:chExt cx="16178705" cy="8311428"/>
            </a:xfrm>
          </p:grpSpPr>
          <p:sp>
            <p:nvSpPr>
              <p:cNvPr id="4" name="Freeform 4"/>
              <p:cNvSpPr/>
              <p:nvPr/>
            </p:nvSpPr>
            <p:spPr>
              <a:xfrm>
                <a:off x="5139255" y="0"/>
                <a:ext cx="5984228" cy="8311428"/>
              </a:xfrm>
              <a:custGeom>
                <a:avLst/>
                <a:gdLst/>
                <a:ahLst/>
                <a:cxnLst/>
                <a:rect l="l" t="t" r="r" b="b"/>
                <a:pathLst>
                  <a:path w="5984228" h="8311428">
                    <a:moveTo>
                      <a:pt x="0" y="0"/>
                    </a:moveTo>
                    <a:lnTo>
                      <a:pt x="5984228" y="0"/>
                    </a:lnTo>
                    <a:lnTo>
                      <a:pt x="5984228" y="8311428"/>
                    </a:lnTo>
                    <a:lnTo>
                      <a:pt x="0" y="8311428"/>
                    </a:lnTo>
                    <a:lnTo>
                      <a:pt x="0" y="0"/>
                    </a:lnTo>
                    <a:close/>
                  </a:path>
                </a:pathLst>
              </a:custGeom>
              <a:blipFill>
                <a:blip>
                  <a:alphaModFix amt="70000"/>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5" name="Freeform 5"/>
              <p:cNvSpPr/>
              <p:nvPr/>
            </p:nvSpPr>
            <p:spPr>
              <a:xfrm>
                <a:off x="0" y="0"/>
                <a:ext cx="5651771" cy="8311428"/>
              </a:xfrm>
              <a:custGeom>
                <a:avLst/>
                <a:gdLst/>
                <a:ahLst/>
                <a:cxnLst/>
                <a:rect l="l" t="t" r="r" b="b"/>
                <a:pathLst>
                  <a:path w="5651771" h="8311428">
                    <a:moveTo>
                      <a:pt x="0" y="0"/>
                    </a:moveTo>
                    <a:lnTo>
                      <a:pt x="5651771" y="0"/>
                    </a:lnTo>
                    <a:lnTo>
                      <a:pt x="5651771" y="8311428"/>
                    </a:lnTo>
                    <a:lnTo>
                      <a:pt x="0" y="8311428"/>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txBody>
              <a:bodyPr/>
              <a:lstStyle/>
              <a:p>
                <a:endParaRPr lang="zh-CN" altLang="en-US"/>
              </a:p>
            </p:txBody>
          </p:sp>
          <p:sp>
            <p:nvSpPr>
              <p:cNvPr id="6" name="Freeform 6"/>
              <p:cNvSpPr/>
              <p:nvPr/>
            </p:nvSpPr>
            <p:spPr>
              <a:xfrm>
                <a:off x="10526934" y="0"/>
                <a:ext cx="5651771" cy="8311428"/>
              </a:xfrm>
              <a:custGeom>
                <a:avLst/>
                <a:gdLst/>
                <a:ahLst/>
                <a:cxnLst/>
                <a:rect l="l" t="t" r="r" b="b"/>
                <a:pathLst>
                  <a:path w="5651771" h="8311428">
                    <a:moveTo>
                      <a:pt x="0" y="0"/>
                    </a:moveTo>
                    <a:lnTo>
                      <a:pt x="5651771" y="0"/>
                    </a:lnTo>
                    <a:lnTo>
                      <a:pt x="5651771" y="8311428"/>
                    </a:lnTo>
                    <a:lnTo>
                      <a:pt x="0" y="8311428"/>
                    </a:lnTo>
                    <a:lnTo>
                      <a:pt x="0" y="0"/>
                    </a:lnTo>
                    <a:close/>
                  </a:path>
                </a:pathLst>
              </a:custGeom>
              <a:blipFill>
                <a:blip>
                  <a:alphaModFix amt="70000"/>
                  <a:extLst>
                    <a:ext uri="{96DAC541-7B7A-43D3-8B79-37D633B846F1}">
                      <asvg:svgBlip xmlns:asvg="http://schemas.microsoft.com/office/drawing/2016/SVG/main" r:embed="rId4"/>
                    </a:ext>
                  </a:extLst>
                </a:blip>
                <a:stretch>
                  <a:fillRect/>
                </a:stretch>
              </a:blipFill>
            </p:spPr>
            <p:txBody>
              <a:bodyPr/>
              <a:lstStyle/>
              <a:p>
                <a:endParaRPr lang="zh-CN" altLang="en-US"/>
              </a:p>
            </p:txBody>
          </p:sp>
        </p:grpSp>
        <p:sp>
          <p:nvSpPr>
            <p:cNvPr id="10" name="Freeform 10"/>
            <p:cNvSpPr/>
            <p:nvPr/>
          </p:nvSpPr>
          <p:spPr>
            <a:xfrm>
              <a:off x="12122432" y="3036503"/>
              <a:ext cx="6165568" cy="6233571"/>
            </a:xfrm>
            <a:custGeom>
              <a:avLst/>
              <a:gdLst/>
              <a:ahLst/>
              <a:cxnLst/>
              <a:rect l="l" t="t" r="r" b="b"/>
              <a:pathLst>
                <a:path w="9003267" h="9102567">
                  <a:moveTo>
                    <a:pt x="0" y="0"/>
                  </a:moveTo>
                  <a:lnTo>
                    <a:pt x="9003267" y="0"/>
                  </a:lnTo>
                  <a:lnTo>
                    <a:pt x="9003267" y="9102567"/>
                  </a:lnTo>
                  <a:lnTo>
                    <a:pt x="0" y="9102567"/>
                  </a:lnTo>
                  <a:lnTo>
                    <a:pt x="0" y="0"/>
                  </a:lnTo>
                  <a:close/>
                </a:path>
              </a:pathLst>
            </a:custGeom>
            <a:blipFill>
              <a:blip r:embed="rId5">
                <a:alphaModFix amt="55000"/>
              </a:blip>
              <a:stretch>
                <a:fillRect/>
              </a:stretch>
            </a:blipFill>
          </p:spPr>
          <p:txBody>
            <a:bodyPr/>
            <a:lstStyle/>
            <a:p>
              <a:r>
                <a:rPr lang="en-US" altLang="zh-CN" dirty="0"/>
                <a:t>z</a:t>
              </a:r>
              <a:endParaRPr lang="zh-CN" altLang="en-US" dirty="0"/>
            </a:p>
          </p:txBody>
        </p:sp>
      </p:grpSp>
      <p:sp>
        <p:nvSpPr>
          <p:cNvPr id="9" name="TextBox 9"/>
          <p:cNvSpPr txBox="1"/>
          <p:nvPr/>
        </p:nvSpPr>
        <p:spPr>
          <a:xfrm>
            <a:off x="11225466" y="8331083"/>
            <a:ext cx="6033834" cy="1035913"/>
          </a:xfrm>
          <a:prstGeom prst="rect">
            <a:avLst/>
          </a:prstGeom>
        </p:spPr>
        <p:txBody>
          <a:bodyPr lIns="0" tIns="0" rIns="0" bIns="0" rtlCol="0" anchor="t">
            <a:spAutoFit/>
          </a:bodyPr>
          <a:lstStyle/>
          <a:p>
            <a:pPr algn="r">
              <a:lnSpc>
                <a:spcPts val="3890"/>
              </a:lnSpc>
            </a:pPr>
            <a:r>
              <a:rPr lang="en-US" sz="3851" b="1" spc="882" dirty="0">
                <a:solidFill>
                  <a:srgbClr val="FFFFFF"/>
                </a:solidFill>
                <a:latin typeface="Telegraf Bold"/>
                <a:ea typeface="Telegraf Bold"/>
                <a:cs typeface="Telegraf Bold"/>
                <a:sym typeface="Telegraf Bold"/>
              </a:rPr>
              <a:t>BUSINESS</a:t>
            </a:r>
          </a:p>
          <a:p>
            <a:pPr algn="r">
              <a:lnSpc>
                <a:spcPts val="3890"/>
              </a:lnSpc>
            </a:pPr>
            <a:r>
              <a:rPr lang="en-US" sz="3851" b="1" spc="882" dirty="0">
                <a:solidFill>
                  <a:srgbClr val="FFFFFF"/>
                </a:solidFill>
                <a:latin typeface="Telegraf Bold"/>
                <a:ea typeface="Telegraf Bold"/>
                <a:cs typeface="Telegraf Bold"/>
                <a:sym typeface="Telegraf Bold"/>
              </a:rPr>
              <a:t>PROPOSAL</a:t>
            </a:r>
          </a:p>
        </p:txBody>
      </p:sp>
      <p:sp>
        <p:nvSpPr>
          <p:cNvPr id="11" name="TextBox 11"/>
          <p:cNvSpPr txBox="1"/>
          <p:nvPr/>
        </p:nvSpPr>
        <p:spPr>
          <a:xfrm>
            <a:off x="1028700" y="1960964"/>
            <a:ext cx="6009193" cy="1564005"/>
          </a:xfrm>
          <a:prstGeom prst="rect">
            <a:avLst/>
          </a:prstGeom>
        </p:spPr>
        <p:txBody>
          <a:bodyPr lIns="0" tIns="0" rIns="0" bIns="0" rtlCol="0" anchor="t">
            <a:spAutoFit/>
          </a:bodyPr>
          <a:lstStyle/>
          <a:p>
            <a:pPr algn="l">
              <a:lnSpc>
                <a:spcPts val="2520"/>
              </a:lnSpc>
            </a:pPr>
            <a:r>
              <a:rPr lang="en-US" sz="1800" b="1">
                <a:solidFill>
                  <a:srgbClr val="FFFFFF"/>
                </a:solidFill>
                <a:latin typeface="Neue Montreal Medium"/>
                <a:ea typeface="Neue Montreal Medium"/>
                <a:cs typeface="Neue Montreal Medium"/>
                <a:sym typeface="Neue Montreal Medium"/>
              </a:rPr>
              <a:t>Lorem ipsum dolor sit amet, consectetur adipiscing elit. Ut efficitur sagittis leo, sit amet consectetur dolor dapibus vitae. Proin odio neque, efficitur at justo et, sagittis eleifend neque. Vivamus ullamcorper, ex non placerat sagittis, orci arcu semper enim, eget tristique turpis ante quis dolor. </a:t>
            </a:r>
          </a:p>
        </p:txBody>
      </p:sp>
      <p:sp>
        <p:nvSpPr>
          <p:cNvPr id="12" name="TextBox 12"/>
          <p:cNvSpPr txBox="1"/>
          <p:nvPr/>
        </p:nvSpPr>
        <p:spPr>
          <a:xfrm>
            <a:off x="1028700" y="660011"/>
            <a:ext cx="5656840" cy="349250"/>
          </a:xfrm>
          <a:prstGeom prst="rect">
            <a:avLst/>
          </a:prstGeom>
        </p:spPr>
        <p:txBody>
          <a:bodyPr lIns="0" tIns="0" rIns="0" bIns="0" rtlCol="0" anchor="t">
            <a:spAutoFit/>
          </a:bodyPr>
          <a:lstStyle/>
          <a:p>
            <a:pPr algn="l">
              <a:lnSpc>
                <a:spcPts val="2800"/>
              </a:lnSpc>
            </a:pPr>
            <a:r>
              <a:rPr lang="en-US" sz="2000" b="1">
                <a:solidFill>
                  <a:srgbClr val="FFFFFF"/>
                </a:solidFill>
                <a:latin typeface="Neue Montreal Medium"/>
                <a:ea typeface="Neue Montreal Medium"/>
                <a:cs typeface="Neue Montreal Medium"/>
                <a:sym typeface="Neue Montreal Medium"/>
              </a:rPr>
              <a:t>www.reallygreatsite.com</a:t>
            </a:r>
          </a:p>
        </p:txBody>
      </p:sp>
      <p:sp>
        <p:nvSpPr>
          <p:cNvPr id="13" name="TextBox 13"/>
          <p:cNvSpPr txBox="1"/>
          <p:nvPr/>
        </p:nvSpPr>
        <p:spPr>
          <a:xfrm>
            <a:off x="11225466" y="660011"/>
            <a:ext cx="6033834" cy="405765"/>
          </a:xfrm>
          <a:prstGeom prst="rect">
            <a:avLst/>
          </a:prstGeom>
        </p:spPr>
        <p:txBody>
          <a:bodyPr lIns="0" tIns="0" rIns="0" bIns="0" rtlCol="0" anchor="t">
            <a:spAutoFit/>
          </a:bodyPr>
          <a:lstStyle/>
          <a:p>
            <a:pPr algn="r">
              <a:lnSpc>
                <a:spcPts val="3359"/>
              </a:lnSpc>
            </a:pPr>
            <a:r>
              <a:rPr lang="en-US" sz="2399" b="1">
                <a:solidFill>
                  <a:srgbClr val="FFFFFF"/>
                </a:solidFill>
                <a:latin typeface="Neue Montreal Medium"/>
                <a:ea typeface="Neue Montreal Medium"/>
                <a:cs typeface="Neue Montreal Medium"/>
                <a:sym typeface="Neue Montreal Medium"/>
              </a:rPr>
              <a:t>Presented by Harper Russo</a:t>
            </a:r>
          </a:p>
        </p:txBody>
      </p:sp>
      <p:sp>
        <p:nvSpPr>
          <p:cNvPr id="8" name="TextBox 8"/>
          <p:cNvSpPr txBox="1"/>
          <p:nvPr/>
        </p:nvSpPr>
        <p:spPr>
          <a:xfrm>
            <a:off x="1028700" y="6849820"/>
            <a:ext cx="14029810" cy="3199228"/>
          </a:xfrm>
          <a:prstGeom prst="rect">
            <a:avLst/>
          </a:prstGeom>
        </p:spPr>
        <p:txBody>
          <a:bodyPr lIns="0" tIns="0" rIns="0" bIns="0" rtlCol="0" anchor="t">
            <a:spAutoFit/>
          </a:bodyPr>
          <a:lstStyle/>
          <a:p>
            <a:pPr algn="l">
              <a:lnSpc>
                <a:spcPts val="22430"/>
              </a:lnSpc>
            </a:pPr>
            <a:r>
              <a:rPr lang="en-US" sz="22208" b="1" spc="-1110" dirty="0">
                <a:solidFill>
                  <a:srgbClr val="FFFFFF"/>
                </a:solidFill>
                <a:latin typeface="Telegraf Bold"/>
                <a:ea typeface="Telegraf Bold"/>
                <a:cs typeface="Telegraf Bold"/>
                <a:sym typeface="Telegraf Bold"/>
              </a:rPr>
              <a:t>FAUGET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1444978" cy="812800"/>
          </a:xfrm>
        </p:grpSpPr>
        <p:sp>
          <p:nvSpPr>
            <p:cNvPr id="3" name="Freeform 3"/>
            <p:cNvSpPr/>
            <p:nvPr/>
          </p:nvSpPr>
          <p:spPr>
            <a:xfrm>
              <a:off x="0" y="0"/>
              <a:ext cx="1444978" cy="812800"/>
            </a:xfrm>
            <a:custGeom>
              <a:avLst/>
              <a:gdLst/>
              <a:ahLst/>
              <a:cxnLst/>
              <a:rect l="l" t="t" r="r" b="b"/>
              <a:pathLst>
                <a:path w="1444978" h="812800">
                  <a:moveTo>
                    <a:pt x="0" y="0"/>
                  </a:moveTo>
                  <a:lnTo>
                    <a:pt x="1444978" y="0"/>
                  </a:lnTo>
                  <a:lnTo>
                    <a:pt x="1444978" y="812800"/>
                  </a:lnTo>
                  <a:lnTo>
                    <a:pt x="0" y="812800"/>
                  </a:lnTo>
                  <a:close/>
                </a:path>
              </a:pathLst>
            </a:custGeom>
            <a:blipFill>
              <a:blip r:embed="rId2"/>
              <a:stretch>
                <a:fillRect l="-6249" r="-43791" b="-33370"/>
              </a:stretch>
            </a:blipFill>
          </p:spPr>
          <p:txBody>
            <a:bodyPr/>
            <a:lstStyle/>
            <a:p>
              <a:endParaRPr lang="zh-CN" altLang="en-US"/>
            </a:p>
          </p:txBody>
        </p:sp>
      </p:grpSp>
      <p:sp>
        <p:nvSpPr>
          <p:cNvPr id="4" name="Freeform 4"/>
          <p:cNvSpPr/>
          <p:nvPr/>
        </p:nvSpPr>
        <p:spPr>
          <a:xfrm>
            <a:off x="-7055500" y="-4788921"/>
            <a:ext cx="18284069" cy="18485731"/>
          </a:xfrm>
          <a:custGeom>
            <a:avLst/>
            <a:gdLst/>
            <a:ahLst/>
            <a:cxnLst/>
            <a:rect l="l" t="t" r="r" b="b"/>
            <a:pathLst>
              <a:path w="18284069" h="18485731">
                <a:moveTo>
                  <a:pt x="0" y="0"/>
                </a:moveTo>
                <a:lnTo>
                  <a:pt x="18284068" y="0"/>
                </a:lnTo>
                <a:lnTo>
                  <a:pt x="18284068" y="18485731"/>
                </a:lnTo>
                <a:lnTo>
                  <a:pt x="0" y="18485731"/>
                </a:lnTo>
                <a:lnTo>
                  <a:pt x="0" y="0"/>
                </a:lnTo>
                <a:close/>
              </a:path>
            </a:pathLst>
          </a:custGeom>
          <a:blipFill>
            <a:blip r:embed="rId3"/>
            <a:stretch>
              <a:fillRect/>
            </a:stretch>
          </a:blipFill>
        </p:spPr>
        <p:txBody>
          <a:bodyPr/>
          <a:lstStyle/>
          <a:p>
            <a:endParaRPr lang="zh-CN" altLang="en-US"/>
          </a:p>
        </p:txBody>
      </p:sp>
      <p:sp>
        <p:nvSpPr>
          <p:cNvPr id="5" name="Freeform 5"/>
          <p:cNvSpPr/>
          <p:nvPr/>
        </p:nvSpPr>
        <p:spPr>
          <a:xfrm>
            <a:off x="-1252335" y="4927328"/>
            <a:ext cx="3338869" cy="4637318"/>
          </a:xfrm>
          <a:custGeom>
            <a:avLst/>
            <a:gdLst/>
            <a:ahLst/>
            <a:cxnLst/>
            <a:rect l="l" t="t" r="r" b="b"/>
            <a:pathLst>
              <a:path w="3338869" h="4637318">
                <a:moveTo>
                  <a:pt x="0" y="0"/>
                </a:moveTo>
                <a:lnTo>
                  <a:pt x="3338869" y="0"/>
                </a:lnTo>
                <a:lnTo>
                  <a:pt x="3338869" y="4637317"/>
                </a:lnTo>
                <a:lnTo>
                  <a:pt x="0" y="463731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CN" altLang="en-US"/>
          </a:p>
        </p:txBody>
      </p:sp>
      <p:sp>
        <p:nvSpPr>
          <p:cNvPr id="6" name="Freeform 6"/>
          <p:cNvSpPr/>
          <p:nvPr/>
        </p:nvSpPr>
        <p:spPr>
          <a:xfrm>
            <a:off x="1608122" y="4927328"/>
            <a:ext cx="3153376" cy="4637318"/>
          </a:xfrm>
          <a:custGeom>
            <a:avLst/>
            <a:gdLst/>
            <a:ahLst/>
            <a:cxnLst/>
            <a:rect l="l" t="t" r="r" b="b"/>
            <a:pathLst>
              <a:path w="3153376" h="4637318">
                <a:moveTo>
                  <a:pt x="0" y="0"/>
                </a:moveTo>
                <a:lnTo>
                  <a:pt x="3153376" y="0"/>
                </a:lnTo>
                <a:lnTo>
                  <a:pt x="3153376" y="4637317"/>
                </a:lnTo>
                <a:lnTo>
                  <a:pt x="0" y="463731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CN" altLang="en-US"/>
          </a:p>
        </p:txBody>
      </p:sp>
      <p:sp>
        <p:nvSpPr>
          <p:cNvPr id="7" name="TextBox 7"/>
          <p:cNvSpPr txBox="1"/>
          <p:nvPr/>
        </p:nvSpPr>
        <p:spPr>
          <a:xfrm>
            <a:off x="810990" y="1251063"/>
            <a:ext cx="16448310" cy="3202881"/>
          </a:xfrm>
          <a:prstGeom prst="rect">
            <a:avLst/>
          </a:prstGeom>
        </p:spPr>
        <p:txBody>
          <a:bodyPr lIns="0" tIns="0" rIns="0" bIns="0" rtlCol="0" anchor="t">
            <a:spAutoFit/>
          </a:bodyPr>
          <a:lstStyle/>
          <a:p>
            <a:pPr algn="r">
              <a:lnSpc>
                <a:spcPts val="22430"/>
              </a:lnSpc>
            </a:pPr>
            <a:r>
              <a:rPr lang="en-US" sz="22208" b="1" spc="-1110">
                <a:solidFill>
                  <a:srgbClr val="FFFFFF"/>
                </a:solidFill>
                <a:latin typeface="Telegraf Bold"/>
                <a:ea typeface="Telegraf Bold"/>
                <a:cs typeface="Telegraf Bold"/>
                <a:sym typeface="Telegraf Bold"/>
              </a:rPr>
              <a:t>Introduction</a:t>
            </a:r>
          </a:p>
        </p:txBody>
      </p:sp>
      <p:sp>
        <p:nvSpPr>
          <p:cNvPr id="8" name="TextBox 8"/>
          <p:cNvSpPr txBox="1"/>
          <p:nvPr/>
        </p:nvSpPr>
        <p:spPr>
          <a:xfrm>
            <a:off x="9144000" y="5370830"/>
            <a:ext cx="8115300" cy="3887470"/>
          </a:xfrm>
          <a:prstGeom prst="rect">
            <a:avLst/>
          </a:prstGeom>
        </p:spPr>
        <p:txBody>
          <a:bodyPr lIns="0" tIns="0" rIns="0" bIns="0" rtlCol="0" anchor="t">
            <a:spAutoFit/>
          </a:bodyPr>
          <a:lstStyle/>
          <a:p>
            <a:pPr algn="l">
              <a:lnSpc>
                <a:spcPts val="3079"/>
              </a:lnSpc>
            </a:pPr>
            <a:r>
              <a:rPr lang="en-US" sz="2199" b="1">
                <a:solidFill>
                  <a:srgbClr val="FFFFFF"/>
                </a:solidFill>
                <a:latin typeface="Neue Montreal Medium"/>
                <a:ea typeface="Neue Montreal Medium"/>
                <a:cs typeface="Neue Montreal Medium"/>
                <a:sym typeface="Neue Montreal Medium"/>
              </a:rPr>
              <a:t>Lorem ipsum dolor sit amet, consectetur adipiscing elit. Praesent eleifend placerat consequat. Etiam tempor pulvinar nisi. Morbi consectetur, leo id suscipit ultricies, sapien ipsum vestibulum lacus, congue bibendum orci nulla in massa. Phasellus ac velit id urna sagittis venenatis. In sit amet pulvinar ipsum, quis sollicitudin est.</a:t>
            </a:r>
          </a:p>
          <a:p>
            <a:pPr algn="l">
              <a:lnSpc>
                <a:spcPts val="3079"/>
              </a:lnSpc>
            </a:pPr>
            <a:endParaRPr lang="en-US" sz="2199" b="1">
              <a:solidFill>
                <a:srgbClr val="FFFFFF"/>
              </a:solidFill>
              <a:latin typeface="Neue Montreal Medium"/>
              <a:ea typeface="Neue Montreal Medium"/>
              <a:cs typeface="Neue Montreal Medium"/>
              <a:sym typeface="Neue Montreal Medium"/>
            </a:endParaRPr>
          </a:p>
          <a:p>
            <a:pPr algn="l">
              <a:lnSpc>
                <a:spcPts val="3079"/>
              </a:lnSpc>
            </a:pPr>
            <a:r>
              <a:rPr lang="en-US" sz="2199" b="1">
                <a:solidFill>
                  <a:srgbClr val="FFFFFF"/>
                </a:solidFill>
                <a:latin typeface="Neue Montreal Medium"/>
                <a:ea typeface="Neue Montreal Medium"/>
                <a:cs typeface="Neue Montreal Medium"/>
                <a:sym typeface="Neue Montreal Medium"/>
              </a:rPr>
              <a:t>Fusce eu lacus nec erat viverra consectetur. Pellentesque a lorem a dui sagittis viverra. Curabitur nibh velit, tincidunt sed lorem at, aliquam mollis est. In cursus erat erat, non vestibulum sem dapibus eu. Donec porta molestie ante.</a:t>
            </a:r>
          </a:p>
        </p:txBody>
      </p:sp>
      <p:sp>
        <p:nvSpPr>
          <p:cNvPr id="9" name="Freeform 9"/>
          <p:cNvSpPr/>
          <p:nvPr/>
        </p:nvSpPr>
        <p:spPr>
          <a:xfrm>
            <a:off x="-1476727" y="3001893"/>
            <a:ext cx="12982317" cy="13125505"/>
          </a:xfrm>
          <a:custGeom>
            <a:avLst/>
            <a:gdLst/>
            <a:ahLst/>
            <a:cxnLst/>
            <a:rect l="l" t="t" r="r" b="b"/>
            <a:pathLst>
              <a:path w="12982317" h="13125505">
                <a:moveTo>
                  <a:pt x="0" y="0"/>
                </a:moveTo>
                <a:lnTo>
                  <a:pt x="12982317" y="0"/>
                </a:lnTo>
                <a:lnTo>
                  <a:pt x="12982317" y="13125505"/>
                </a:lnTo>
                <a:lnTo>
                  <a:pt x="0" y="13125505"/>
                </a:lnTo>
                <a:lnTo>
                  <a:pt x="0" y="0"/>
                </a:lnTo>
                <a:close/>
              </a:path>
            </a:pathLst>
          </a:custGeom>
          <a:blipFill>
            <a:blip r:embed="rId6">
              <a:alphaModFix amt="55000"/>
            </a:blip>
            <a:stretch>
              <a:fillRect/>
            </a:stretch>
          </a:blipFill>
        </p:spPr>
        <p:txBody>
          <a:bodyPr/>
          <a:lstStyle/>
          <a:p>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1444978" cy="812800"/>
          </a:xfrm>
        </p:grpSpPr>
        <p:sp>
          <p:nvSpPr>
            <p:cNvPr id="3" name="Freeform 3"/>
            <p:cNvSpPr/>
            <p:nvPr/>
          </p:nvSpPr>
          <p:spPr>
            <a:xfrm>
              <a:off x="0" y="0"/>
              <a:ext cx="1444978" cy="812800"/>
            </a:xfrm>
            <a:custGeom>
              <a:avLst/>
              <a:gdLst/>
              <a:ahLst/>
              <a:cxnLst/>
              <a:rect l="l" t="t" r="r" b="b"/>
              <a:pathLst>
                <a:path w="1444978" h="812800">
                  <a:moveTo>
                    <a:pt x="0" y="0"/>
                  </a:moveTo>
                  <a:lnTo>
                    <a:pt x="1444978" y="0"/>
                  </a:lnTo>
                  <a:lnTo>
                    <a:pt x="1444978" y="812800"/>
                  </a:lnTo>
                  <a:lnTo>
                    <a:pt x="0" y="812800"/>
                  </a:lnTo>
                  <a:close/>
                </a:path>
              </a:pathLst>
            </a:custGeom>
            <a:blipFill>
              <a:blip r:embed="rId2">
                <a:alphaModFix amt="6000"/>
              </a:blip>
              <a:stretch>
                <a:fillRect l="-6249" r="-6249"/>
              </a:stretch>
            </a:blipFill>
          </p:spPr>
          <p:txBody>
            <a:bodyPr/>
            <a:lstStyle/>
            <a:p>
              <a:endParaRPr lang="zh-CN" altLang="en-US"/>
            </a:p>
          </p:txBody>
        </p:sp>
      </p:grpSp>
      <p:sp>
        <p:nvSpPr>
          <p:cNvPr id="4" name="Freeform 4"/>
          <p:cNvSpPr/>
          <p:nvPr/>
        </p:nvSpPr>
        <p:spPr>
          <a:xfrm rot="-10800000">
            <a:off x="-1374143" y="0"/>
            <a:ext cx="19984640" cy="14713691"/>
          </a:xfrm>
          <a:custGeom>
            <a:avLst/>
            <a:gdLst/>
            <a:ahLst/>
            <a:cxnLst/>
            <a:rect l="l" t="t" r="r" b="b"/>
            <a:pathLst>
              <a:path w="19984640" h="14713691">
                <a:moveTo>
                  <a:pt x="0" y="0"/>
                </a:moveTo>
                <a:lnTo>
                  <a:pt x="19984640" y="0"/>
                </a:lnTo>
                <a:lnTo>
                  <a:pt x="19984640" y="14713691"/>
                </a:lnTo>
                <a:lnTo>
                  <a:pt x="0" y="14713691"/>
                </a:lnTo>
                <a:lnTo>
                  <a:pt x="0" y="0"/>
                </a:lnTo>
                <a:close/>
              </a:path>
            </a:pathLst>
          </a:custGeom>
          <a:blipFill>
            <a:blip r:embed="rId3"/>
            <a:stretch>
              <a:fillRect/>
            </a:stretch>
          </a:blipFill>
        </p:spPr>
        <p:txBody>
          <a:bodyPr/>
          <a:lstStyle/>
          <a:p>
            <a:endParaRPr lang="zh-CN" altLang="en-US"/>
          </a:p>
        </p:txBody>
      </p:sp>
      <p:sp>
        <p:nvSpPr>
          <p:cNvPr id="5" name="Freeform 5"/>
          <p:cNvSpPr/>
          <p:nvPr/>
        </p:nvSpPr>
        <p:spPr>
          <a:xfrm>
            <a:off x="13215429" y="1330325"/>
            <a:ext cx="3338869" cy="4637318"/>
          </a:xfrm>
          <a:custGeom>
            <a:avLst/>
            <a:gdLst/>
            <a:ahLst/>
            <a:cxnLst/>
            <a:rect l="l" t="t" r="r" b="b"/>
            <a:pathLst>
              <a:path w="3338869" h="4637318">
                <a:moveTo>
                  <a:pt x="0" y="0"/>
                </a:moveTo>
                <a:lnTo>
                  <a:pt x="3338869" y="0"/>
                </a:lnTo>
                <a:lnTo>
                  <a:pt x="3338869" y="4637318"/>
                </a:lnTo>
                <a:lnTo>
                  <a:pt x="0" y="463731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CN" altLang="en-US"/>
          </a:p>
        </p:txBody>
      </p:sp>
      <p:sp>
        <p:nvSpPr>
          <p:cNvPr id="6" name="Freeform 6"/>
          <p:cNvSpPr/>
          <p:nvPr/>
        </p:nvSpPr>
        <p:spPr>
          <a:xfrm>
            <a:off x="16148132" y="1330325"/>
            <a:ext cx="3147579" cy="4637318"/>
          </a:xfrm>
          <a:custGeom>
            <a:avLst/>
            <a:gdLst/>
            <a:ahLst/>
            <a:cxnLst/>
            <a:rect l="l" t="t" r="r" b="b"/>
            <a:pathLst>
              <a:path w="3147579" h="4637318">
                <a:moveTo>
                  <a:pt x="0" y="0"/>
                </a:moveTo>
                <a:lnTo>
                  <a:pt x="3147579" y="0"/>
                </a:lnTo>
                <a:lnTo>
                  <a:pt x="3147579" y="4637318"/>
                </a:lnTo>
                <a:lnTo>
                  <a:pt x="0" y="463731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CN" altLang="en-US"/>
          </a:p>
        </p:txBody>
      </p:sp>
      <p:grpSp>
        <p:nvGrpSpPr>
          <p:cNvPr id="7" name="Group 7"/>
          <p:cNvGrpSpPr/>
          <p:nvPr/>
        </p:nvGrpSpPr>
        <p:grpSpPr>
          <a:xfrm>
            <a:off x="8326033" y="1028700"/>
            <a:ext cx="5335138" cy="6328146"/>
            <a:chOff x="0" y="0"/>
            <a:chExt cx="826552" cy="980395"/>
          </a:xfrm>
        </p:grpSpPr>
        <p:sp>
          <p:nvSpPr>
            <p:cNvPr id="8" name="Freeform 8"/>
            <p:cNvSpPr/>
            <p:nvPr/>
          </p:nvSpPr>
          <p:spPr>
            <a:xfrm>
              <a:off x="0" y="0"/>
              <a:ext cx="826552" cy="980395"/>
            </a:xfrm>
            <a:custGeom>
              <a:avLst/>
              <a:gdLst/>
              <a:ahLst/>
              <a:cxnLst/>
              <a:rect l="l" t="t" r="r" b="b"/>
              <a:pathLst>
                <a:path w="826552" h="980395">
                  <a:moveTo>
                    <a:pt x="0" y="0"/>
                  </a:moveTo>
                  <a:lnTo>
                    <a:pt x="826552" y="0"/>
                  </a:lnTo>
                  <a:lnTo>
                    <a:pt x="826552" y="980395"/>
                  </a:lnTo>
                  <a:lnTo>
                    <a:pt x="0" y="980395"/>
                  </a:lnTo>
                  <a:close/>
                </a:path>
              </a:pathLst>
            </a:custGeom>
            <a:blipFill>
              <a:blip r:embed="rId6"/>
              <a:stretch>
                <a:fillRect l="-51350" t="-14562" r="-52222"/>
              </a:stretch>
            </a:blipFill>
          </p:spPr>
          <p:txBody>
            <a:bodyPr/>
            <a:lstStyle/>
            <a:p>
              <a:endParaRPr lang="zh-CN" altLang="en-US"/>
            </a:p>
          </p:txBody>
        </p:sp>
      </p:grpSp>
      <p:sp>
        <p:nvSpPr>
          <p:cNvPr id="9" name="TextBox 9"/>
          <p:cNvSpPr txBox="1"/>
          <p:nvPr/>
        </p:nvSpPr>
        <p:spPr>
          <a:xfrm>
            <a:off x="1028700" y="2275836"/>
            <a:ext cx="6124143" cy="1934845"/>
          </a:xfrm>
          <a:prstGeom prst="rect">
            <a:avLst/>
          </a:prstGeom>
        </p:spPr>
        <p:txBody>
          <a:bodyPr lIns="0" tIns="0" rIns="0" bIns="0" rtlCol="0" anchor="t">
            <a:spAutoFit/>
          </a:bodyPr>
          <a:lstStyle/>
          <a:p>
            <a:pPr algn="l">
              <a:lnSpc>
                <a:spcPts val="3079"/>
              </a:lnSpc>
            </a:pPr>
            <a:r>
              <a:rPr lang="en-US" sz="2199" b="1">
                <a:solidFill>
                  <a:srgbClr val="000000"/>
                </a:solidFill>
                <a:latin typeface="Neue Montreal Medium"/>
                <a:ea typeface="Neue Montreal Medium"/>
                <a:cs typeface="Neue Montreal Medium"/>
                <a:sym typeface="Neue Montreal Medium"/>
              </a:rPr>
              <a:t>Lorem ipsum dolor sit amet, consectetur adipiscing elit. Praesent eleifend placerat consequat. Etiam tempor pulvinar nisi. Morbi consectetur, leo id suscipit ultricies, sapien ipsum vestibulum lacus, congue bibendum orci nulla in massa.</a:t>
            </a:r>
          </a:p>
        </p:txBody>
      </p:sp>
      <p:sp>
        <p:nvSpPr>
          <p:cNvPr id="10" name="TextBox 10"/>
          <p:cNvSpPr txBox="1"/>
          <p:nvPr/>
        </p:nvSpPr>
        <p:spPr>
          <a:xfrm>
            <a:off x="1028700" y="1171575"/>
            <a:ext cx="3218762" cy="976921"/>
          </a:xfrm>
          <a:prstGeom prst="rect">
            <a:avLst/>
          </a:prstGeom>
        </p:spPr>
        <p:txBody>
          <a:bodyPr lIns="0" tIns="0" rIns="0" bIns="0" rtlCol="0" anchor="t">
            <a:spAutoFit/>
          </a:bodyPr>
          <a:lstStyle/>
          <a:p>
            <a:pPr algn="l">
              <a:lnSpc>
                <a:spcPts val="6403"/>
              </a:lnSpc>
            </a:pPr>
            <a:r>
              <a:rPr lang="en-US" sz="7360" b="1" spc="-368">
                <a:solidFill>
                  <a:srgbClr val="179BC0"/>
                </a:solidFill>
                <a:latin typeface="Telegraf Bold"/>
                <a:ea typeface="Telegraf Bold"/>
                <a:cs typeface="Telegraf Bold"/>
                <a:sym typeface="Telegraf Bold"/>
              </a:rPr>
              <a:t>Fauget</a:t>
            </a:r>
          </a:p>
        </p:txBody>
      </p:sp>
      <p:sp>
        <p:nvSpPr>
          <p:cNvPr id="11" name="TextBox 11"/>
          <p:cNvSpPr txBox="1"/>
          <p:nvPr/>
        </p:nvSpPr>
        <p:spPr>
          <a:xfrm>
            <a:off x="11602460" y="981075"/>
            <a:ext cx="5656840" cy="349250"/>
          </a:xfrm>
          <a:prstGeom prst="rect">
            <a:avLst/>
          </a:prstGeom>
        </p:spPr>
        <p:txBody>
          <a:bodyPr lIns="0" tIns="0" rIns="0" bIns="0" rtlCol="0" anchor="t">
            <a:spAutoFit/>
          </a:bodyPr>
          <a:lstStyle/>
          <a:p>
            <a:pPr algn="r">
              <a:lnSpc>
                <a:spcPts val="2800"/>
              </a:lnSpc>
            </a:pPr>
            <a:r>
              <a:rPr lang="en-US" sz="2000" b="1">
                <a:solidFill>
                  <a:srgbClr val="000000"/>
                </a:solidFill>
                <a:latin typeface="Neue Montreal Medium"/>
                <a:ea typeface="Neue Montreal Medium"/>
                <a:cs typeface="Neue Montreal Medium"/>
                <a:sym typeface="Neue Montreal Medium"/>
              </a:rPr>
              <a:t>www.reallygreatsite.com</a:t>
            </a:r>
          </a:p>
        </p:txBody>
      </p:sp>
      <p:sp>
        <p:nvSpPr>
          <p:cNvPr id="12" name="TextBox 12"/>
          <p:cNvSpPr txBox="1"/>
          <p:nvPr/>
        </p:nvSpPr>
        <p:spPr>
          <a:xfrm>
            <a:off x="-1085587" y="5905500"/>
            <a:ext cx="20381298" cy="4620613"/>
          </a:xfrm>
          <a:prstGeom prst="rect">
            <a:avLst/>
          </a:prstGeom>
        </p:spPr>
        <p:txBody>
          <a:bodyPr lIns="0" tIns="0" rIns="0" bIns="0" rtlCol="0" anchor="t">
            <a:spAutoFit/>
          </a:bodyPr>
          <a:lstStyle/>
          <a:p>
            <a:pPr algn="ctr">
              <a:lnSpc>
                <a:spcPts val="30780"/>
              </a:lnSpc>
            </a:pPr>
            <a:r>
              <a:rPr lang="en-US" sz="35380" b="1" spc="-1769">
                <a:solidFill>
                  <a:srgbClr val="000000"/>
                </a:solidFill>
                <a:latin typeface="Telegraf Bold"/>
                <a:ea typeface="Telegraf Bold"/>
                <a:cs typeface="Telegraf Bold"/>
                <a:sym typeface="Telegraf Bold"/>
              </a:rPr>
              <a:t>About Us</a:t>
            </a:r>
          </a:p>
        </p:txBody>
      </p:sp>
      <p:sp>
        <p:nvSpPr>
          <p:cNvPr id="13" name="Freeform 13"/>
          <p:cNvSpPr/>
          <p:nvPr/>
        </p:nvSpPr>
        <p:spPr>
          <a:xfrm>
            <a:off x="9566971" y="117260"/>
            <a:ext cx="11528496" cy="11655649"/>
          </a:xfrm>
          <a:custGeom>
            <a:avLst/>
            <a:gdLst/>
            <a:ahLst/>
            <a:cxnLst/>
            <a:rect l="l" t="t" r="r" b="b"/>
            <a:pathLst>
              <a:path w="11528496" h="11655649">
                <a:moveTo>
                  <a:pt x="0" y="0"/>
                </a:moveTo>
                <a:lnTo>
                  <a:pt x="11528496" y="0"/>
                </a:lnTo>
                <a:lnTo>
                  <a:pt x="11528496" y="11655648"/>
                </a:lnTo>
                <a:lnTo>
                  <a:pt x="0" y="11655648"/>
                </a:lnTo>
                <a:lnTo>
                  <a:pt x="0" y="0"/>
                </a:lnTo>
                <a:close/>
              </a:path>
            </a:pathLst>
          </a:custGeom>
          <a:blipFill>
            <a:blip r:embed="rId7">
              <a:alphaModFix amt="75000"/>
            </a:blip>
            <a:stretch>
              <a:fillRect/>
            </a:stretch>
          </a:blipFill>
        </p:spPr>
        <p:txBody>
          <a:bodyPr/>
          <a:lstStyle/>
          <a:p>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1444978" cy="812800"/>
          </a:xfrm>
        </p:grpSpPr>
        <p:sp>
          <p:nvSpPr>
            <p:cNvPr id="3" name="Freeform 3"/>
            <p:cNvSpPr/>
            <p:nvPr/>
          </p:nvSpPr>
          <p:spPr>
            <a:xfrm>
              <a:off x="0" y="0"/>
              <a:ext cx="1444978" cy="812800"/>
            </a:xfrm>
            <a:custGeom>
              <a:avLst/>
              <a:gdLst/>
              <a:ahLst/>
              <a:cxnLst/>
              <a:rect l="l" t="t" r="r" b="b"/>
              <a:pathLst>
                <a:path w="1444978" h="812800">
                  <a:moveTo>
                    <a:pt x="0" y="0"/>
                  </a:moveTo>
                  <a:lnTo>
                    <a:pt x="1444978" y="0"/>
                  </a:lnTo>
                  <a:lnTo>
                    <a:pt x="1444978" y="812800"/>
                  </a:lnTo>
                  <a:lnTo>
                    <a:pt x="0" y="812800"/>
                  </a:lnTo>
                  <a:close/>
                </a:path>
              </a:pathLst>
            </a:custGeom>
            <a:blipFill>
              <a:blip r:embed="rId2">
                <a:alphaModFix amt="6000"/>
              </a:blip>
              <a:stretch>
                <a:fillRect l="-6249" r="-6249"/>
              </a:stretch>
            </a:blipFill>
          </p:spPr>
          <p:txBody>
            <a:bodyPr/>
            <a:lstStyle/>
            <a:p>
              <a:endParaRPr lang="zh-CN" altLang="en-US"/>
            </a:p>
          </p:txBody>
        </p:sp>
      </p:grpSp>
      <p:sp>
        <p:nvSpPr>
          <p:cNvPr id="4" name="TextBox 4"/>
          <p:cNvSpPr txBox="1"/>
          <p:nvPr/>
        </p:nvSpPr>
        <p:spPr>
          <a:xfrm>
            <a:off x="1509778" y="702359"/>
            <a:ext cx="15749522" cy="3068647"/>
          </a:xfrm>
          <a:prstGeom prst="rect">
            <a:avLst/>
          </a:prstGeom>
        </p:spPr>
        <p:txBody>
          <a:bodyPr lIns="0" tIns="0" rIns="0" bIns="0" rtlCol="0" anchor="t">
            <a:spAutoFit/>
          </a:bodyPr>
          <a:lstStyle/>
          <a:p>
            <a:pPr algn="r">
              <a:lnSpc>
                <a:spcPts val="21477"/>
              </a:lnSpc>
            </a:pPr>
            <a:r>
              <a:rPr lang="en-US" sz="21264" b="1" spc="-1063">
                <a:solidFill>
                  <a:srgbClr val="FFFFFF"/>
                </a:solidFill>
                <a:latin typeface="Telegraf Bold"/>
                <a:ea typeface="Telegraf Bold"/>
                <a:cs typeface="Telegraf Bold"/>
                <a:sym typeface="Telegraf Bold"/>
              </a:rPr>
              <a:t>Problems</a:t>
            </a:r>
          </a:p>
        </p:txBody>
      </p:sp>
      <p:sp>
        <p:nvSpPr>
          <p:cNvPr id="5" name="Freeform 5"/>
          <p:cNvSpPr/>
          <p:nvPr/>
        </p:nvSpPr>
        <p:spPr>
          <a:xfrm>
            <a:off x="-1822120" y="4879350"/>
            <a:ext cx="5127033" cy="7120879"/>
          </a:xfrm>
          <a:custGeom>
            <a:avLst/>
            <a:gdLst/>
            <a:ahLst/>
            <a:cxnLst/>
            <a:rect l="l" t="t" r="r" b="b"/>
            <a:pathLst>
              <a:path w="5127033" h="7120879">
                <a:moveTo>
                  <a:pt x="0" y="0"/>
                </a:moveTo>
                <a:lnTo>
                  <a:pt x="5127033" y="0"/>
                </a:lnTo>
                <a:lnTo>
                  <a:pt x="5127033" y="7120879"/>
                </a:lnTo>
                <a:lnTo>
                  <a:pt x="0" y="712087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6" name="Freeform 6"/>
          <p:cNvSpPr/>
          <p:nvPr/>
        </p:nvSpPr>
        <p:spPr>
          <a:xfrm>
            <a:off x="-3599623" y="3618155"/>
            <a:ext cx="17995363" cy="18193841"/>
          </a:xfrm>
          <a:custGeom>
            <a:avLst/>
            <a:gdLst/>
            <a:ahLst/>
            <a:cxnLst/>
            <a:rect l="l" t="t" r="r" b="b"/>
            <a:pathLst>
              <a:path w="17995363" h="18193841">
                <a:moveTo>
                  <a:pt x="0" y="0"/>
                </a:moveTo>
                <a:lnTo>
                  <a:pt x="17995362" y="0"/>
                </a:lnTo>
                <a:lnTo>
                  <a:pt x="17995362" y="18193840"/>
                </a:lnTo>
                <a:lnTo>
                  <a:pt x="0" y="18193840"/>
                </a:lnTo>
                <a:lnTo>
                  <a:pt x="0" y="0"/>
                </a:lnTo>
                <a:close/>
              </a:path>
            </a:pathLst>
          </a:custGeom>
          <a:blipFill>
            <a:blip r:embed="rId4"/>
            <a:stretch>
              <a:fillRect/>
            </a:stretch>
          </a:blipFill>
        </p:spPr>
        <p:txBody>
          <a:bodyPr/>
          <a:lstStyle/>
          <a:p>
            <a:endParaRPr lang="zh-CN" altLang="en-US"/>
          </a:p>
        </p:txBody>
      </p:sp>
      <p:sp>
        <p:nvSpPr>
          <p:cNvPr id="7" name="Freeform 7"/>
          <p:cNvSpPr/>
          <p:nvPr/>
        </p:nvSpPr>
        <p:spPr>
          <a:xfrm>
            <a:off x="9510755" y="-10093617"/>
            <a:ext cx="17995363" cy="18193841"/>
          </a:xfrm>
          <a:custGeom>
            <a:avLst/>
            <a:gdLst/>
            <a:ahLst/>
            <a:cxnLst/>
            <a:rect l="l" t="t" r="r" b="b"/>
            <a:pathLst>
              <a:path w="17995363" h="18193841">
                <a:moveTo>
                  <a:pt x="0" y="0"/>
                </a:moveTo>
                <a:lnTo>
                  <a:pt x="17995362" y="0"/>
                </a:lnTo>
                <a:lnTo>
                  <a:pt x="17995362" y="18193841"/>
                </a:lnTo>
                <a:lnTo>
                  <a:pt x="0" y="18193841"/>
                </a:lnTo>
                <a:lnTo>
                  <a:pt x="0" y="0"/>
                </a:lnTo>
                <a:close/>
              </a:path>
            </a:pathLst>
          </a:custGeom>
          <a:blipFill>
            <a:blip r:embed="rId4"/>
            <a:stretch>
              <a:fillRect/>
            </a:stretch>
          </a:blipFill>
        </p:spPr>
        <p:txBody>
          <a:bodyPr/>
          <a:lstStyle/>
          <a:p>
            <a:endParaRPr lang="zh-CN" altLang="en-US"/>
          </a:p>
        </p:txBody>
      </p:sp>
      <p:sp>
        <p:nvSpPr>
          <p:cNvPr id="8" name="Freeform 8"/>
          <p:cNvSpPr/>
          <p:nvPr/>
        </p:nvSpPr>
        <p:spPr>
          <a:xfrm>
            <a:off x="2689123" y="4879350"/>
            <a:ext cx="5417869" cy="6934873"/>
          </a:xfrm>
          <a:custGeom>
            <a:avLst/>
            <a:gdLst/>
            <a:ahLst/>
            <a:cxnLst/>
            <a:rect l="l" t="t" r="r" b="b"/>
            <a:pathLst>
              <a:path w="5417869" h="6934873">
                <a:moveTo>
                  <a:pt x="0" y="0"/>
                </a:moveTo>
                <a:lnTo>
                  <a:pt x="5417870" y="0"/>
                </a:lnTo>
                <a:lnTo>
                  <a:pt x="5417870" y="6934872"/>
                </a:lnTo>
                <a:lnTo>
                  <a:pt x="0" y="693487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CN" altLang="en-US"/>
          </a:p>
        </p:txBody>
      </p:sp>
      <p:sp>
        <p:nvSpPr>
          <p:cNvPr id="9" name="Freeform 9"/>
          <p:cNvSpPr/>
          <p:nvPr/>
        </p:nvSpPr>
        <p:spPr>
          <a:xfrm>
            <a:off x="-10277021" y="-2337372"/>
            <a:ext cx="17995363" cy="18193841"/>
          </a:xfrm>
          <a:custGeom>
            <a:avLst/>
            <a:gdLst/>
            <a:ahLst/>
            <a:cxnLst/>
            <a:rect l="l" t="t" r="r" b="b"/>
            <a:pathLst>
              <a:path w="17995363" h="18193841">
                <a:moveTo>
                  <a:pt x="0" y="0"/>
                </a:moveTo>
                <a:lnTo>
                  <a:pt x="17995362" y="0"/>
                </a:lnTo>
                <a:lnTo>
                  <a:pt x="17995362" y="18193841"/>
                </a:lnTo>
                <a:lnTo>
                  <a:pt x="0" y="18193841"/>
                </a:lnTo>
                <a:lnTo>
                  <a:pt x="0" y="0"/>
                </a:lnTo>
                <a:close/>
              </a:path>
            </a:pathLst>
          </a:custGeom>
          <a:blipFill>
            <a:blip r:embed="rId4"/>
            <a:stretch>
              <a:fillRect/>
            </a:stretch>
          </a:blipFill>
        </p:spPr>
        <p:txBody>
          <a:bodyPr/>
          <a:lstStyle/>
          <a:p>
            <a:endParaRPr lang="zh-CN" altLang="en-US"/>
          </a:p>
        </p:txBody>
      </p:sp>
      <p:sp>
        <p:nvSpPr>
          <p:cNvPr id="10" name="TextBox 10"/>
          <p:cNvSpPr txBox="1"/>
          <p:nvPr/>
        </p:nvSpPr>
        <p:spPr>
          <a:xfrm>
            <a:off x="1028700" y="981075"/>
            <a:ext cx="5656840" cy="349250"/>
          </a:xfrm>
          <a:prstGeom prst="rect">
            <a:avLst/>
          </a:prstGeom>
        </p:spPr>
        <p:txBody>
          <a:bodyPr lIns="0" tIns="0" rIns="0" bIns="0" rtlCol="0" anchor="t">
            <a:spAutoFit/>
          </a:bodyPr>
          <a:lstStyle/>
          <a:p>
            <a:pPr algn="l">
              <a:lnSpc>
                <a:spcPts val="2800"/>
              </a:lnSpc>
            </a:pPr>
            <a:r>
              <a:rPr lang="en-US" sz="2000" b="1">
                <a:solidFill>
                  <a:srgbClr val="3EC5E5"/>
                </a:solidFill>
                <a:latin typeface="Neue Montreal Medium"/>
                <a:ea typeface="Neue Montreal Medium"/>
                <a:cs typeface="Neue Montreal Medium"/>
                <a:sym typeface="Neue Montreal Medium"/>
              </a:rPr>
              <a:t>www.reallygreatsite.com</a:t>
            </a:r>
          </a:p>
        </p:txBody>
      </p:sp>
      <p:sp>
        <p:nvSpPr>
          <p:cNvPr id="11" name="Freeform 11"/>
          <p:cNvSpPr/>
          <p:nvPr/>
        </p:nvSpPr>
        <p:spPr>
          <a:xfrm>
            <a:off x="10080573" y="3930439"/>
            <a:ext cx="355368" cy="339376"/>
          </a:xfrm>
          <a:custGeom>
            <a:avLst/>
            <a:gdLst/>
            <a:ahLst/>
            <a:cxnLst/>
            <a:rect l="l" t="t" r="r" b="b"/>
            <a:pathLst>
              <a:path w="355368" h="339376">
                <a:moveTo>
                  <a:pt x="0" y="0"/>
                </a:moveTo>
                <a:lnTo>
                  <a:pt x="355367" y="0"/>
                </a:lnTo>
                <a:lnTo>
                  <a:pt x="355367" y="339376"/>
                </a:lnTo>
                <a:lnTo>
                  <a:pt x="0" y="33937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zh-CN" altLang="en-US"/>
          </a:p>
        </p:txBody>
      </p:sp>
      <p:sp>
        <p:nvSpPr>
          <p:cNvPr id="12" name="Freeform 12"/>
          <p:cNvSpPr/>
          <p:nvPr/>
        </p:nvSpPr>
        <p:spPr>
          <a:xfrm>
            <a:off x="10080573" y="5878496"/>
            <a:ext cx="355368" cy="339376"/>
          </a:xfrm>
          <a:custGeom>
            <a:avLst/>
            <a:gdLst/>
            <a:ahLst/>
            <a:cxnLst/>
            <a:rect l="l" t="t" r="r" b="b"/>
            <a:pathLst>
              <a:path w="355368" h="339376">
                <a:moveTo>
                  <a:pt x="0" y="0"/>
                </a:moveTo>
                <a:lnTo>
                  <a:pt x="355367" y="0"/>
                </a:lnTo>
                <a:lnTo>
                  <a:pt x="355367" y="339376"/>
                </a:lnTo>
                <a:lnTo>
                  <a:pt x="0" y="33937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zh-CN" altLang="en-US"/>
          </a:p>
        </p:txBody>
      </p:sp>
      <p:sp>
        <p:nvSpPr>
          <p:cNvPr id="13" name="TextBox 13"/>
          <p:cNvSpPr txBox="1"/>
          <p:nvPr/>
        </p:nvSpPr>
        <p:spPr>
          <a:xfrm>
            <a:off x="10598550" y="4392622"/>
            <a:ext cx="6660750" cy="935355"/>
          </a:xfrm>
          <a:prstGeom prst="rect">
            <a:avLst/>
          </a:prstGeom>
        </p:spPr>
        <p:txBody>
          <a:bodyPr lIns="0" tIns="0" rIns="0" bIns="0" rtlCol="0" anchor="t">
            <a:spAutoFit/>
          </a:bodyPr>
          <a:lstStyle/>
          <a:p>
            <a:pPr algn="l">
              <a:lnSpc>
                <a:spcPts val="2520"/>
              </a:lnSpc>
            </a:pPr>
            <a:r>
              <a:rPr lang="en-US" sz="1800" b="1">
                <a:solidFill>
                  <a:srgbClr val="FFFFFF"/>
                </a:solidFill>
                <a:latin typeface="Neue Montreal Medium"/>
                <a:ea typeface="Neue Montreal Medium"/>
                <a:cs typeface="Neue Montreal Medium"/>
                <a:sym typeface="Neue Montreal Medium"/>
              </a:rPr>
              <a:t>Lorem ipsum dolor sit amet, consectetur adipiscing elit. Praesent eleifend placerat consequat. Etiam tempor pulvinar nisi. Morbi consectetur, leo id suscipit ultricies, sapien ipsum vestibulum.</a:t>
            </a:r>
          </a:p>
        </p:txBody>
      </p:sp>
      <p:sp>
        <p:nvSpPr>
          <p:cNvPr id="14" name="TextBox 14"/>
          <p:cNvSpPr txBox="1"/>
          <p:nvPr/>
        </p:nvSpPr>
        <p:spPr>
          <a:xfrm>
            <a:off x="10598550" y="6340680"/>
            <a:ext cx="6660750" cy="935355"/>
          </a:xfrm>
          <a:prstGeom prst="rect">
            <a:avLst/>
          </a:prstGeom>
        </p:spPr>
        <p:txBody>
          <a:bodyPr lIns="0" tIns="0" rIns="0" bIns="0" rtlCol="0" anchor="t">
            <a:spAutoFit/>
          </a:bodyPr>
          <a:lstStyle/>
          <a:p>
            <a:pPr algn="l">
              <a:lnSpc>
                <a:spcPts val="2520"/>
              </a:lnSpc>
            </a:pPr>
            <a:r>
              <a:rPr lang="en-US" sz="1800" b="1">
                <a:solidFill>
                  <a:srgbClr val="FFFFFF"/>
                </a:solidFill>
                <a:latin typeface="Neue Montreal Medium"/>
                <a:ea typeface="Neue Montreal Medium"/>
                <a:cs typeface="Neue Montreal Medium"/>
                <a:sym typeface="Neue Montreal Medium"/>
              </a:rPr>
              <a:t>Lorem ipsum dolor sit amet, consectetur adipiscing elit. Praesent eleifend placerat consequat. Etiam tempor pulvinar nisi. Morbi consectetur, leo id suscipit ultricies, sapien ipsum vestibulum.</a:t>
            </a:r>
          </a:p>
        </p:txBody>
      </p:sp>
      <p:sp>
        <p:nvSpPr>
          <p:cNvPr id="15" name="TextBox 15"/>
          <p:cNvSpPr txBox="1"/>
          <p:nvPr/>
        </p:nvSpPr>
        <p:spPr>
          <a:xfrm>
            <a:off x="10598550" y="3875781"/>
            <a:ext cx="4353077" cy="467741"/>
          </a:xfrm>
          <a:prstGeom prst="rect">
            <a:avLst/>
          </a:prstGeom>
        </p:spPr>
        <p:txBody>
          <a:bodyPr lIns="0" tIns="0" rIns="0" bIns="0" rtlCol="0" anchor="t">
            <a:spAutoFit/>
          </a:bodyPr>
          <a:lstStyle/>
          <a:p>
            <a:pPr algn="l">
              <a:lnSpc>
                <a:spcPts val="3231"/>
              </a:lnSpc>
            </a:pPr>
            <a:r>
              <a:rPr lang="en-US" sz="3199" b="1" spc="-159">
                <a:solidFill>
                  <a:srgbClr val="00C8F3"/>
                </a:solidFill>
                <a:latin typeface="Telegraf Bold"/>
                <a:ea typeface="Telegraf Bold"/>
                <a:cs typeface="Telegraf Bold"/>
                <a:sym typeface="Telegraf Bold"/>
              </a:rPr>
              <a:t>First Problem</a:t>
            </a:r>
          </a:p>
        </p:txBody>
      </p:sp>
      <p:sp>
        <p:nvSpPr>
          <p:cNvPr id="16" name="TextBox 16"/>
          <p:cNvSpPr txBox="1"/>
          <p:nvPr/>
        </p:nvSpPr>
        <p:spPr>
          <a:xfrm>
            <a:off x="10598550" y="5823839"/>
            <a:ext cx="4353077" cy="467741"/>
          </a:xfrm>
          <a:prstGeom prst="rect">
            <a:avLst/>
          </a:prstGeom>
        </p:spPr>
        <p:txBody>
          <a:bodyPr lIns="0" tIns="0" rIns="0" bIns="0" rtlCol="0" anchor="t">
            <a:spAutoFit/>
          </a:bodyPr>
          <a:lstStyle/>
          <a:p>
            <a:pPr algn="l">
              <a:lnSpc>
                <a:spcPts val="3231"/>
              </a:lnSpc>
            </a:pPr>
            <a:r>
              <a:rPr lang="en-US" sz="3199" b="1" spc="-159">
                <a:solidFill>
                  <a:srgbClr val="00C8F3"/>
                </a:solidFill>
                <a:latin typeface="Telegraf Bold"/>
                <a:ea typeface="Telegraf Bold"/>
                <a:cs typeface="Telegraf Bold"/>
                <a:sym typeface="Telegraf Bold"/>
              </a:rPr>
              <a:t>Second Problem</a:t>
            </a:r>
          </a:p>
        </p:txBody>
      </p:sp>
      <p:sp>
        <p:nvSpPr>
          <p:cNvPr id="17" name="Freeform 17"/>
          <p:cNvSpPr/>
          <p:nvPr/>
        </p:nvSpPr>
        <p:spPr>
          <a:xfrm>
            <a:off x="10080573" y="7826554"/>
            <a:ext cx="355368" cy="339376"/>
          </a:xfrm>
          <a:custGeom>
            <a:avLst/>
            <a:gdLst/>
            <a:ahLst/>
            <a:cxnLst/>
            <a:rect l="l" t="t" r="r" b="b"/>
            <a:pathLst>
              <a:path w="355368" h="339376">
                <a:moveTo>
                  <a:pt x="0" y="0"/>
                </a:moveTo>
                <a:lnTo>
                  <a:pt x="355367" y="0"/>
                </a:lnTo>
                <a:lnTo>
                  <a:pt x="355367" y="339376"/>
                </a:lnTo>
                <a:lnTo>
                  <a:pt x="0" y="33937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zh-CN" altLang="en-US"/>
          </a:p>
        </p:txBody>
      </p:sp>
      <p:sp>
        <p:nvSpPr>
          <p:cNvPr id="18" name="TextBox 18"/>
          <p:cNvSpPr txBox="1"/>
          <p:nvPr/>
        </p:nvSpPr>
        <p:spPr>
          <a:xfrm>
            <a:off x="10598550" y="8288737"/>
            <a:ext cx="6660750" cy="935355"/>
          </a:xfrm>
          <a:prstGeom prst="rect">
            <a:avLst/>
          </a:prstGeom>
        </p:spPr>
        <p:txBody>
          <a:bodyPr lIns="0" tIns="0" rIns="0" bIns="0" rtlCol="0" anchor="t">
            <a:spAutoFit/>
          </a:bodyPr>
          <a:lstStyle/>
          <a:p>
            <a:pPr algn="l">
              <a:lnSpc>
                <a:spcPts val="2520"/>
              </a:lnSpc>
            </a:pPr>
            <a:r>
              <a:rPr lang="en-US" sz="1800" b="1">
                <a:solidFill>
                  <a:srgbClr val="FFFFFF"/>
                </a:solidFill>
                <a:latin typeface="Neue Montreal Medium"/>
                <a:ea typeface="Neue Montreal Medium"/>
                <a:cs typeface="Neue Montreal Medium"/>
                <a:sym typeface="Neue Montreal Medium"/>
              </a:rPr>
              <a:t>Lorem ipsum dolor sit amet, consectetur adipiscing elit. Praesent eleifend placerat consequat. Etiam tempor pulvinar nisi. Morbi consectetur, leo id suscipit ultricies, sapien ipsum vestibulum.</a:t>
            </a:r>
          </a:p>
        </p:txBody>
      </p:sp>
      <p:sp>
        <p:nvSpPr>
          <p:cNvPr id="19" name="TextBox 19"/>
          <p:cNvSpPr txBox="1"/>
          <p:nvPr/>
        </p:nvSpPr>
        <p:spPr>
          <a:xfrm>
            <a:off x="10598550" y="7771897"/>
            <a:ext cx="4353077" cy="467741"/>
          </a:xfrm>
          <a:prstGeom prst="rect">
            <a:avLst/>
          </a:prstGeom>
        </p:spPr>
        <p:txBody>
          <a:bodyPr lIns="0" tIns="0" rIns="0" bIns="0" rtlCol="0" anchor="t">
            <a:spAutoFit/>
          </a:bodyPr>
          <a:lstStyle/>
          <a:p>
            <a:pPr algn="l">
              <a:lnSpc>
                <a:spcPts val="3231"/>
              </a:lnSpc>
            </a:pPr>
            <a:r>
              <a:rPr lang="en-US" sz="3199" b="1" spc="-159">
                <a:solidFill>
                  <a:srgbClr val="00C8F3"/>
                </a:solidFill>
                <a:latin typeface="Telegraf Bold"/>
                <a:ea typeface="Telegraf Bold"/>
                <a:cs typeface="Telegraf Bold"/>
                <a:sym typeface="Telegraf Bold"/>
              </a:rPr>
              <a:t>Third Problem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1444978" cy="812800"/>
          </a:xfrm>
        </p:grpSpPr>
        <p:sp>
          <p:nvSpPr>
            <p:cNvPr id="3" name="Freeform 3"/>
            <p:cNvSpPr/>
            <p:nvPr/>
          </p:nvSpPr>
          <p:spPr>
            <a:xfrm>
              <a:off x="0" y="0"/>
              <a:ext cx="1444978" cy="812800"/>
            </a:xfrm>
            <a:custGeom>
              <a:avLst/>
              <a:gdLst/>
              <a:ahLst/>
              <a:cxnLst/>
              <a:rect l="l" t="t" r="r" b="b"/>
              <a:pathLst>
                <a:path w="1444978" h="812800">
                  <a:moveTo>
                    <a:pt x="0" y="0"/>
                  </a:moveTo>
                  <a:lnTo>
                    <a:pt x="1444978" y="0"/>
                  </a:lnTo>
                  <a:lnTo>
                    <a:pt x="1444978" y="812800"/>
                  </a:lnTo>
                  <a:lnTo>
                    <a:pt x="0" y="812800"/>
                  </a:lnTo>
                  <a:close/>
                </a:path>
              </a:pathLst>
            </a:custGeom>
            <a:blipFill>
              <a:blip r:embed="rId2"/>
              <a:stretch>
                <a:fillRect l="-6249" r="-43791" b="-33370"/>
              </a:stretch>
            </a:blipFill>
          </p:spPr>
          <p:txBody>
            <a:bodyPr/>
            <a:lstStyle/>
            <a:p>
              <a:endParaRPr lang="zh-CN" altLang="en-US"/>
            </a:p>
          </p:txBody>
        </p:sp>
      </p:grpSp>
      <p:sp>
        <p:nvSpPr>
          <p:cNvPr id="4" name="TextBox 4"/>
          <p:cNvSpPr txBox="1"/>
          <p:nvPr/>
        </p:nvSpPr>
        <p:spPr>
          <a:xfrm>
            <a:off x="-1001936" y="6831088"/>
            <a:ext cx="20291871" cy="5149698"/>
          </a:xfrm>
          <a:prstGeom prst="rect">
            <a:avLst/>
          </a:prstGeom>
        </p:spPr>
        <p:txBody>
          <a:bodyPr lIns="0" tIns="0" rIns="0" bIns="0" rtlCol="0" anchor="t">
            <a:spAutoFit/>
          </a:bodyPr>
          <a:lstStyle/>
          <a:p>
            <a:pPr algn="ctr">
              <a:lnSpc>
                <a:spcPts val="36141"/>
              </a:lnSpc>
            </a:pPr>
            <a:r>
              <a:rPr lang="en-US" sz="35783" b="1" spc="-1789">
                <a:solidFill>
                  <a:srgbClr val="FFFFFF"/>
                </a:solidFill>
                <a:latin typeface="Telegraf Bold"/>
                <a:ea typeface="Telegraf Bold"/>
                <a:cs typeface="Telegraf Bold"/>
                <a:sym typeface="Telegraf Bold"/>
              </a:rPr>
              <a:t>Solutions</a:t>
            </a:r>
          </a:p>
        </p:txBody>
      </p:sp>
      <p:sp>
        <p:nvSpPr>
          <p:cNvPr id="5" name="Freeform 5"/>
          <p:cNvSpPr/>
          <p:nvPr/>
        </p:nvSpPr>
        <p:spPr>
          <a:xfrm>
            <a:off x="12162872" y="-895860"/>
            <a:ext cx="3338869" cy="4637318"/>
          </a:xfrm>
          <a:custGeom>
            <a:avLst/>
            <a:gdLst/>
            <a:ahLst/>
            <a:cxnLst/>
            <a:rect l="l" t="t" r="r" b="b"/>
            <a:pathLst>
              <a:path w="3338869" h="4637318">
                <a:moveTo>
                  <a:pt x="0" y="0"/>
                </a:moveTo>
                <a:lnTo>
                  <a:pt x="3338869" y="0"/>
                </a:lnTo>
                <a:lnTo>
                  <a:pt x="3338869" y="4637318"/>
                </a:lnTo>
                <a:lnTo>
                  <a:pt x="0" y="4637318"/>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6" name="Freeform 6"/>
          <p:cNvSpPr/>
          <p:nvPr/>
        </p:nvSpPr>
        <p:spPr>
          <a:xfrm>
            <a:off x="15128827" y="-895860"/>
            <a:ext cx="3159173" cy="4637318"/>
          </a:xfrm>
          <a:custGeom>
            <a:avLst/>
            <a:gdLst/>
            <a:ahLst/>
            <a:cxnLst/>
            <a:rect l="l" t="t" r="r" b="b"/>
            <a:pathLst>
              <a:path w="3159173" h="4637318">
                <a:moveTo>
                  <a:pt x="0" y="0"/>
                </a:moveTo>
                <a:lnTo>
                  <a:pt x="3159173" y="0"/>
                </a:lnTo>
                <a:lnTo>
                  <a:pt x="3159173" y="4637318"/>
                </a:lnTo>
                <a:lnTo>
                  <a:pt x="0" y="4637318"/>
                </a:lnTo>
                <a:lnTo>
                  <a:pt x="0" y="0"/>
                </a:lnTo>
                <a:close/>
              </a:path>
            </a:pathLst>
          </a:custGeom>
          <a:blipFill>
            <a:blip>
              <a:alphaModFix amt="40000"/>
              <a:extLst>
                <a:ext uri="{96DAC541-7B7A-43D3-8B79-37D633B846F1}">
                  <asvg:svgBlip xmlns:asvg="http://schemas.microsoft.com/office/drawing/2016/SVG/main" r:embed="rId4"/>
                </a:ext>
              </a:extLst>
            </a:blip>
            <a:stretch>
              <a:fillRect/>
            </a:stretch>
          </a:blipFill>
        </p:spPr>
        <p:txBody>
          <a:bodyPr/>
          <a:lstStyle/>
          <a:p>
            <a:endParaRPr lang="zh-CN" altLang="en-US"/>
          </a:p>
        </p:txBody>
      </p:sp>
      <p:grpSp>
        <p:nvGrpSpPr>
          <p:cNvPr id="7" name="Group 7"/>
          <p:cNvGrpSpPr/>
          <p:nvPr/>
        </p:nvGrpSpPr>
        <p:grpSpPr>
          <a:xfrm>
            <a:off x="12014642" y="2592752"/>
            <a:ext cx="5108365" cy="3378158"/>
            <a:chOff x="0" y="0"/>
            <a:chExt cx="1345413" cy="889721"/>
          </a:xfrm>
        </p:grpSpPr>
        <p:sp>
          <p:nvSpPr>
            <p:cNvPr id="8" name="Freeform 8"/>
            <p:cNvSpPr/>
            <p:nvPr/>
          </p:nvSpPr>
          <p:spPr>
            <a:xfrm>
              <a:off x="0" y="0"/>
              <a:ext cx="1345413" cy="889721"/>
            </a:xfrm>
            <a:custGeom>
              <a:avLst/>
              <a:gdLst/>
              <a:ahLst/>
              <a:cxnLst/>
              <a:rect l="l" t="t" r="r" b="b"/>
              <a:pathLst>
                <a:path w="1345413" h="889721">
                  <a:moveTo>
                    <a:pt x="0" y="0"/>
                  </a:moveTo>
                  <a:lnTo>
                    <a:pt x="1345413" y="0"/>
                  </a:lnTo>
                  <a:lnTo>
                    <a:pt x="1345413" y="889721"/>
                  </a:lnTo>
                  <a:lnTo>
                    <a:pt x="0" y="889721"/>
                  </a:lnTo>
                  <a:close/>
                </a:path>
              </a:pathLst>
            </a:custGeom>
            <a:solidFill>
              <a:srgbClr val="FFFFFF"/>
            </a:solidFill>
          </p:spPr>
          <p:txBody>
            <a:bodyPr/>
            <a:lstStyle/>
            <a:p>
              <a:endParaRPr lang="zh-CN" altLang="en-US"/>
            </a:p>
          </p:txBody>
        </p:sp>
        <p:sp>
          <p:nvSpPr>
            <p:cNvPr id="9" name="TextBox 9"/>
            <p:cNvSpPr txBox="1"/>
            <p:nvPr/>
          </p:nvSpPr>
          <p:spPr>
            <a:xfrm>
              <a:off x="0" y="-47625"/>
              <a:ext cx="1345413" cy="937346"/>
            </a:xfrm>
            <a:prstGeom prst="rect">
              <a:avLst/>
            </a:prstGeom>
          </p:spPr>
          <p:txBody>
            <a:bodyPr lIns="50800" tIns="50800" rIns="50800" bIns="50800" rtlCol="0" anchor="ctr"/>
            <a:lstStyle/>
            <a:p>
              <a:pPr algn="ctr">
                <a:lnSpc>
                  <a:spcPts val="2800"/>
                </a:lnSpc>
              </a:pPr>
              <a:endParaRPr/>
            </a:p>
          </p:txBody>
        </p:sp>
      </p:grpSp>
      <p:sp>
        <p:nvSpPr>
          <p:cNvPr id="10" name="Freeform 10"/>
          <p:cNvSpPr/>
          <p:nvPr/>
        </p:nvSpPr>
        <p:spPr>
          <a:xfrm>
            <a:off x="9144000" y="-3753924"/>
            <a:ext cx="18284069" cy="18485731"/>
          </a:xfrm>
          <a:custGeom>
            <a:avLst/>
            <a:gdLst/>
            <a:ahLst/>
            <a:cxnLst/>
            <a:rect l="l" t="t" r="r" b="b"/>
            <a:pathLst>
              <a:path w="18284069" h="18485731">
                <a:moveTo>
                  <a:pt x="0" y="0"/>
                </a:moveTo>
                <a:lnTo>
                  <a:pt x="18284069" y="0"/>
                </a:lnTo>
                <a:lnTo>
                  <a:pt x="18284069" y="18485731"/>
                </a:lnTo>
                <a:lnTo>
                  <a:pt x="0" y="18485731"/>
                </a:lnTo>
                <a:lnTo>
                  <a:pt x="0" y="0"/>
                </a:lnTo>
                <a:close/>
              </a:path>
            </a:pathLst>
          </a:custGeom>
          <a:blipFill>
            <a:blip r:embed="rId5"/>
            <a:stretch>
              <a:fillRect/>
            </a:stretch>
          </a:blipFill>
        </p:spPr>
        <p:txBody>
          <a:bodyPr/>
          <a:lstStyle/>
          <a:p>
            <a:endParaRPr lang="zh-CN" altLang="en-US"/>
          </a:p>
        </p:txBody>
      </p:sp>
      <p:sp>
        <p:nvSpPr>
          <p:cNvPr id="11" name="Freeform 11"/>
          <p:cNvSpPr/>
          <p:nvPr/>
        </p:nvSpPr>
        <p:spPr>
          <a:xfrm>
            <a:off x="-4467050" y="-7409262"/>
            <a:ext cx="13611050" cy="13761171"/>
          </a:xfrm>
          <a:custGeom>
            <a:avLst/>
            <a:gdLst/>
            <a:ahLst/>
            <a:cxnLst/>
            <a:rect l="l" t="t" r="r" b="b"/>
            <a:pathLst>
              <a:path w="13611050" h="13761171">
                <a:moveTo>
                  <a:pt x="0" y="0"/>
                </a:moveTo>
                <a:lnTo>
                  <a:pt x="13611050" y="0"/>
                </a:lnTo>
                <a:lnTo>
                  <a:pt x="13611050" y="13761172"/>
                </a:lnTo>
                <a:lnTo>
                  <a:pt x="0" y="13761172"/>
                </a:lnTo>
                <a:lnTo>
                  <a:pt x="0" y="0"/>
                </a:lnTo>
                <a:close/>
              </a:path>
            </a:pathLst>
          </a:custGeom>
          <a:blipFill>
            <a:blip r:embed="rId5"/>
            <a:stretch>
              <a:fillRect/>
            </a:stretch>
          </a:blipFill>
        </p:spPr>
        <p:txBody>
          <a:bodyPr/>
          <a:lstStyle/>
          <a:p>
            <a:endParaRPr lang="zh-CN" altLang="en-US"/>
          </a:p>
        </p:txBody>
      </p:sp>
      <p:grpSp>
        <p:nvGrpSpPr>
          <p:cNvPr id="12" name="Group 12"/>
          <p:cNvGrpSpPr/>
          <p:nvPr/>
        </p:nvGrpSpPr>
        <p:grpSpPr>
          <a:xfrm>
            <a:off x="1164994" y="2592752"/>
            <a:ext cx="5108365" cy="3378158"/>
            <a:chOff x="0" y="0"/>
            <a:chExt cx="1345413" cy="889721"/>
          </a:xfrm>
        </p:grpSpPr>
        <p:sp>
          <p:nvSpPr>
            <p:cNvPr id="13" name="Freeform 13"/>
            <p:cNvSpPr/>
            <p:nvPr/>
          </p:nvSpPr>
          <p:spPr>
            <a:xfrm>
              <a:off x="0" y="0"/>
              <a:ext cx="1345413" cy="889721"/>
            </a:xfrm>
            <a:custGeom>
              <a:avLst/>
              <a:gdLst/>
              <a:ahLst/>
              <a:cxnLst/>
              <a:rect l="l" t="t" r="r" b="b"/>
              <a:pathLst>
                <a:path w="1345413" h="889721">
                  <a:moveTo>
                    <a:pt x="0" y="0"/>
                  </a:moveTo>
                  <a:lnTo>
                    <a:pt x="1345413" y="0"/>
                  </a:lnTo>
                  <a:lnTo>
                    <a:pt x="1345413" y="889721"/>
                  </a:lnTo>
                  <a:lnTo>
                    <a:pt x="0" y="889721"/>
                  </a:lnTo>
                  <a:close/>
                </a:path>
              </a:pathLst>
            </a:custGeom>
            <a:solidFill>
              <a:srgbClr val="FFFFFF"/>
            </a:solidFill>
          </p:spPr>
          <p:txBody>
            <a:bodyPr/>
            <a:lstStyle/>
            <a:p>
              <a:endParaRPr lang="zh-CN" altLang="en-US"/>
            </a:p>
          </p:txBody>
        </p:sp>
        <p:sp>
          <p:nvSpPr>
            <p:cNvPr id="14" name="TextBox 14"/>
            <p:cNvSpPr txBox="1"/>
            <p:nvPr/>
          </p:nvSpPr>
          <p:spPr>
            <a:xfrm>
              <a:off x="0" y="-47625"/>
              <a:ext cx="1345413" cy="937346"/>
            </a:xfrm>
            <a:prstGeom prst="rect">
              <a:avLst/>
            </a:prstGeom>
          </p:spPr>
          <p:txBody>
            <a:bodyPr lIns="50800" tIns="50800" rIns="50800" bIns="50800" rtlCol="0" anchor="ctr"/>
            <a:lstStyle/>
            <a:p>
              <a:pPr algn="ctr">
                <a:lnSpc>
                  <a:spcPts val="2800"/>
                </a:lnSpc>
              </a:pPr>
              <a:endParaRPr/>
            </a:p>
          </p:txBody>
        </p:sp>
      </p:grpSp>
      <p:grpSp>
        <p:nvGrpSpPr>
          <p:cNvPr id="15" name="Group 15"/>
          <p:cNvGrpSpPr/>
          <p:nvPr/>
        </p:nvGrpSpPr>
        <p:grpSpPr>
          <a:xfrm>
            <a:off x="6589818" y="2592752"/>
            <a:ext cx="5108365" cy="3378158"/>
            <a:chOff x="0" y="0"/>
            <a:chExt cx="1345413" cy="889721"/>
          </a:xfrm>
        </p:grpSpPr>
        <p:sp>
          <p:nvSpPr>
            <p:cNvPr id="16" name="Freeform 16"/>
            <p:cNvSpPr/>
            <p:nvPr/>
          </p:nvSpPr>
          <p:spPr>
            <a:xfrm>
              <a:off x="0" y="0"/>
              <a:ext cx="1345413" cy="889721"/>
            </a:xfrm>
            <a:custGeom>
              <a:avLst/>
              <a:gdLst/>
              <a:ahLst/>
              <a:cxnLst/>
              <a:rect l="l" t="t" r="r" b="b"/>
              <a:pathLst>
                <a:path w="1345413" h="889721">
                  <a:moveTo>
                    <a:pt x="0" y="0"/>
                  </a:moveTo>
                  <a:lnTo>
                    <a:pt x="1345413" y="0"/>
                  </a:lnTo>
                  <a:lnTo>
                    <a:pt x="1345413" y="889721"/>
                  </a:lnTo>
                  <a:lnTo>
                    <a:pt x="0" y="889721"/>
                  </a:lnTo>
                  <a:close/>
                </a:path>
              </a:pathLst>
            </a:custGeom>
            <a:solidFill>
              <a:srgbClr val="FFFFFF"/>
            </a:solidFill>
          </p:spPr>
          <p:txBody>
            <a:bodyPr/>
            <a:lstStyle/>
            <a:p>
              <a:endParaRPr lang="zh-CN" altLang="en-US"/>
            </a:p>
          </p:txBody>
        </p:sp>
        <p:sp>
          <p:nvSpPr>
            <p:cNvPr id="17" name="TextBox 17"/>
            <p:cNvSpPr txBox="1"/>
            <p:nvPr/>
          </p:nvSpPr>
          <p:spPr>
            <a:xfrm>
              <a:off x="0" y="-47625"/>
              <a:ext cx="1345413" cy="937346"/>
            </a:xfrm>
            <a:prstGeom prst="rect">
              <a:avLst/>
            </a:prstGeom>
          </p:spPr>
          <p:txBody>
            <a:bodyPr lIns="50800" tIns="50800" rIns="50800" bIns="50800" rtlCol="0" anchor="ctr"/>
            <a:lstStyle/>
            <a:p>
              <a:pPr algn="ctr">
                <a:lnSpc>
                  <a:spcPts val="2800"/>
                </a:lnSpc>
              </a:pPr>
              <a:endParaRPr/>
            </a:p>
          </p:txBody>
        </p:sp>
      </p:grpSp>
      <p:sp>
        <p:nvSpPr>
          <p:cNvPr id="18" name="Freeform 18"/>
          <p:cNvSpPr/>
          <p:nvPr/>
        </p:nvSpPr>
        <p:spPr>
          <a:xfrm>
            <a:off x="1641682" y="3148428"/>
            <a:ext cx="355368" cy="339376"/>
          </a:xfrm>
          <a:custGeom>
            <a:avLst/>
            <a:gdLst/>
            <a:ahLst/>
            <a:cxnLst/>
            <a:rect l="l" t="t" r="r" b="b"/>
            <a:pathLst>
              <a:path w="355368" h="339376">
                <a:moveTo>
                  <a:pt x="0" y="0"/>
                </a:moveTo>
                <a:lnTo>
                  <a:pt x="355368" y="0"/>
                </a:lnTo>
                <a:lnTo>
                  <a:pt x="355368" y="339376"/>
                </a:lnTo>
                <a:lnTo>
                  <a:pt x="0" y="33937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zh-CN" altLang="en-US"/>
          </a:p>
        </p:txBody>
      </p:sp>
      <p:sp>
        <p:nvSpPr>
          <p:cNvPr id="19" name="Freeform 19"/>
          <p:cNvSpPr/>
          <p:nvPr/>
        </p:nvSpPr>
        <p:spPr>
          <a:xfrm>
            <a:off x="7066506" y="3148428"/>
            <a:ext cx="355368" cy="339376"/>
          </a:xfrm>
          <a:custGeom>
            <a:avLst/>
            <a:gdLst/>
            <a:ahLst/>
            <a:cxnLst/>
            <a:rect l="l" t="t" r="r" b="b"/>
            <a:pathLst>
              <a:path w="355368" h="339376">
                <a:moveTo>
                  <a:pt x="0" y="0"/>
                </a:moveTo>
                <a:lnTo>
                  <a:pt x="355367" y="0"/>
                </a:lnTo>
                <a:lnTo>
                  <a:pt x="355367" y="339376"/>
                </a:lnTo>
                <a:lnTo>
                  <a:pt x="0" y="33937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zh-CN" altLang="en-US"/>
          </a:p>
        </p:txBody>
      </p:sp>
      <p:sp>
        <p:nvSpPr>
          <p:cNvPr id="20" name="TextBox 20"/>
          <p:cNvSpPr txBox="1"/>
          <p:nvPr/>
        </p:nvSpPr>
        <p:spPr>
          <a:xfrm>
            <a:off x="2159659" y="3610611"/>
            <a:ext cx="3637011" cy="1878330"/>
          </a:xfrm>
          <a:prstGeom prst="rect">
            <a:avLst/>
          </a:prstGeom>
        </p:spPr>
        <p:txBody>
          <a:bodyPr lIns="0" tIns="0" rIns="0" bIns="0" rtlCol="0" anchor="t">
            <a:spAutoFit/>
          </a:bodyPr>
          <a:lstStyle/>
          <a:p>
            <a:pPr algn="l">
              <a:lnSpc>
                <a:spcPts val="2520"/>
              </a:lnSpc>
            </a:pPr>
            <a:r>
              <a:rPr lang="en-US" sz="1800" b="1">
                <a:solidFill>
                  <a:srgbClr val="000000"/>
                </a:solidFill>
                <a:latin typeface="Neue Montreal Medium"/>
                <a:ea typeface="Neue Montreal Medium"/>
                <a:cs typeface="Neue Montreal Medium"/>
                <a:sym typeface="Neue Montreal Medium"/>
              </a:rPr>
              <a:t>Lorem ipsum dolor sit amet, consectetur adipiscing elit. Praesent eleifend placerat consequat. Etiam tempor pulvinar nisi. Morbi consectetur, leo id suscipit ultricies, sapien ipsum vestibulum.</a:t>
            </a:r>
          </a:p>
        </p:txBody>
      </p:sp>
      <p:sp>
        <p:nvSpPr>
          <p:cNvPr id="21" name="TextBox 21"/>
          <p:cNvSpPr txBox="1"/>
          <p:nvPr/>
        </p:nvSpPr>
        <p:spPr>
          <a:xfrm>
            <a:off x="7584483" y="3610611"/>
            <a:ext cx="3637011" cy="1878330"/>
          </a:xfrm>
          <a:prstGeom prst="rect">
            <a:avLst/>
          </a:prstGeom>
        </p:spPr>
        <p:txBody>
          <a:bodyPr lIns="0" tIns="0" rIns="0" bIns="0" rtlCol="0" anchor="t">
            <a:spAutoFit/>
          </a:bodyPr>
          <a:lstStyle/>
          <a:p>
            <a:pPr algn="l">
              <a:lnSpc>
                <a:spcPts val="2520"/>
              </a:lnSpc>
            </a:pPr>
            <a:r>
              <a:rPr lang="en-US" sz="1800" b="1">
                <a:solidFill>
                  <a:srgbClr val="000000"/>
                </a:solidFill>
                <a:latin typeface="Neue Montreal Medium"/>
                <a:ea typeface="Neue Montreal Medium"/>
                <a:cs typeface="Neue Montreal Medium"/>
                <a:sym typeface="Neue Montreal Medium"/>
              </a:rPr>
              <a:t>Lorem ipsum dolor sit amet, consectetur adipiscing elit. Praesent eleifend placerat consequat. Etiam tempor pulvinar nisi. Morbi consectetur, leo id suscipit ultricies, sapien ipsum vestibulum.</a:t>
            </a:r>
          </a:p>
        </p:txBody>
      </p:sp>
      <p:sp>
        <p:nvSpPr>
          <p:cNvPr id="22" name="TextBox 22"/>
          <p:cNvSpPr txBox="1"/>
          <p:nvPr/>
        </p:nvSpPr>
        <p:spPr>
          <a:xfrm>
            <a:off x="2159659" y="3093770"/>
            <a:ext cx="3637011" cy="467741"/>
          </a:xfrm>
          <a:prstGeom prst="rect">
            <a:avLst/>
          </a:prstGeom>
        </p:spPr>
        <p:txBody>
          <a:bodyPr lIns="0" tIns="0" rIns="0" bIns="0" rtlCol="0" anchor="t">
            <a:spAutoFit/>
          </a:bodyPr>
          <a:lstStyle/>
          <a:p>
            <a:pPr algn="l">
              <a:lnSpc>
                <a:spcPts val="3231"/>
              </a:lnSpc>
            </a:pPr>
            <a:r>
              <a:rPr lang="en-US" sz="3199" b="1" spc="-159">
                <a:solidFill>
                  <a:srgbClr val="000000"/>
                </a:solidFill>
                <a:latin typeface="Telegraf Bold"/>
                <a:ea typeface="Telegraf Bold"/>
                <a:cs typeface="Telegraf Bold"/>
                <a:sym typeface="Telegraf Bold"/>
              </a:rPr>
              <a:t>First Solution</a:t>
            </a:r>
          </a:p>
        </p:txBody>
      </p:sp>
      <p:sp>
        <p:nvSpPr>
          <p:cNvPr id="23" name="TextBox 23"/>
          <p:cNvSpPr txBox="1"/>
          <p:nvPr/>
        </p:nvSpPr>
        <p:spPr>
          <a:xfrm>
            <a:off x="7584483" y="3093770"/>
            <a:ext cx="3637011" cy="467741"/>
          </a:xfrm>
          <a:prstGeom prst="rect">
            <a:avLst/>
          </a:prstGeom>
        </p:spPr>
        <p:txBody>
          <a:bodyPr lIns="0" tIns="0" rIns="0" bIns="0" rtlCol="0" anchor="t">
            <a:spAutoFit/>
          </a:bodyPr>
          <a:lstStyle/>
          <a:p>
            <a:pPr algn="l">
              <a:lnSpc>
                <a:spcPts val="3231"/>
              </a:lnSpc>
            </a:pPr>
            <a:r>
              <a:rPr lang="en-US" sz="3199" b="1" spc="-159">
                <a:solidFill>
                  <a:srgbClr val="000000"/>
                </a:solidFill>
                <a:latin typeface="Telegraf Bold"/>
                <a:ea typeface="Telegraf Bold"/>
                <a:cs typeface="Telegraf Bold"/>
                <a:sym typeface="Telegraf Bold"/>
              </a:rPr>
              <a:t>Second Solution</a:t>
            </a:r>
          </a:p>
        </p:txBody>
      </p:sp>
      <p:sp>
        <p:nvSpPr>
          <p:cNvPr id="24" name="Freeform 24"/>
          <p:cNvSpPr/>
          <p:nvPr/>
        </p:nvSpPr>
        <p:spPr>
          <a:xfrm>
            <a:off x="12491330" y="3148428"/>
            <a:ext cx="355368" cy="339376"/>
          </a:xfrm>
          <a:custGeom>
            <a:avLst/>
            <a:gdLst/>
            <a:ahLst/>
            <a:cxnLst/>
            <a:rect l="l" t="t" r="r" b="b"/>
            <a:pathLst>
              <a:path w="355368" h="339376">
                <a:moveTo>
                  <a:pt x="0" y="0"/>
                </a:moveTo>
                <a:lnTo>
                  <a:pt x="355367" y="0"/>
                </a:lnTo>
                <a:lnTo>
                  <a:pt x="355367" y="339376"/>
                </a:lnTo>
                <a:lnTo>
                  <a:pt x="0" y="33937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zh-CN" altLang="en-US"/>
          </a:p>
        </p:txBody>
      </p:sp>
      <p:sp>
        <p:nvSpPr>
          <p:cNvPr id="25" name="TextBox 25"/>
          <p:cNvSpPr txBox="1"/>
          <p:nvPr/>
        </p:nvSpPr>
        <p:spPr>
          <a:xfrm>
            <a:off x="13009307" y="3610611"/>
            <a:ext cx="3637011" cy="1878330"/>
          </a:xfrm>
          <a:prstGeom prst="rect">
            <a:avLst/>
          </a:prstGeom>
        </p:spPr>
        <p:txBody>
          <a:bodyPr lIns="0" tIns="0" rIns="0" bIns="0" rtlCol="0" anchor="t">
            <a:spAutoFit/>
          </a:bodyPr>
          <a:lstStyle/>
          <a:p>
            <a:pPr algn="l">
              <a:lnSpc>
                <a:spcPts val="2520"/>
              </a:lnSpc>
            </a:pPr>
            <a:r>
              <a:rPr lang="en-US" sz="1800" b="1">
                <a:solidFill>
                  <a:srgbClr val="000000"/>
                </a:solidFill>
                <a:latin typeface="Neue Montreal Medium"/>
                <a:ea typeface="Neue Montreal Medium"/>
                <a:cs typeface="Neue Montreal Medium"/>
                <a:sym typeface="Neue Montreal Medium"/>
              </a:rPr>
              <a:t>Lorem ipsum dolor sit amet, consectetur adipiscing elit. Praesent eleifend placerat consequat. Etiam tempor pulvinar nisi. Morbi consectetur, leo id suscipit ultricies, sapien ipsum vestibulum.</a:t>
            </a:r>
          </a:p>
        </p:txBody>
      </p:sp>
      <p:sp>
        <p:nvSpPr>
          <p:cNvPr id="26" name="TextBox 26"/>
          <p:cNvSpPr txBox="1"/>
          <p:nvPr/>
        </p:nvSpPr>
        <p:spPr>
          <a:xfrm>
            <a:off x="13009307" y="3093770"/>
            <a:ext cx="3637011" cy="467741"/>
          </a:xfrm>
          <a:prstGeom prst="rect">
            <a:avLst/>
          </a:prstGeom>
        </p:spPr>
        <p:txBody>
          <a:bodyPr lIns="0" tIns="0" rIns="0" bIns="0" rtlCol="0" anchor="t">
            <a:spAutoFit/>
          </a:bodyPr>
          <a:lstStyle/>
          <a:p>
            <a:pPr algn="l">
              <a:lnSpc>
                <a:spcPts val="3231"/>
              </a:lnSpc>
            </a:pPr>
            <a:r>
              <a:rPr lang="en-US" sz="3199" b="1" spc="-159">
                <a:solidFill>
                  <a:srgbClr val="000000"/>
                </a:solidFill>
                <a:latin typeface="Telegraf Bold"/>
                <a:ea typeface="Telegraf Bold"/>
                <a:cs typeface="Telegraf Bold"/>
                <a:sym typeface="Telegraf Bold"/>
              </a:rPr>
              <a:t>Third Solution</a:t>
            </a:r>
          </a:p>
        </p:txBody>
      </p:sp>
      <p:sp>
        <p:nvSpPr>
          <p:cNvPr id="27" name="TextBox 27"/>
          <p:cNvSpPr txBox="1"/>
          <p:nvPr/>
        </p:nvSpPr>
        <p:spPr>
          <a:xfrm>
            <a:off x="1028700" y="981075"/>
            <a:ext cx="5656840" cy="349250"/>
          </a:xfrm>
          <a:prstGeom prst="rect">
            <a:avLst/>
          </a:prstGeom>
        </p:spPr>
        <p:txBody>
          <a:bodyPr lIns="0" tIns="0" rIns="0" bIns="0" rtlCol="0" anchor="t">
            <a:spAutoFit/>
          </a:bodyPr>
          <a:lstStyle/>
          <a:p>
            <a:pPr algn="l">
              <a:lnSpc>
                <a:spcPts val="2800"/>
              </a:lnSpc>
            </a:pPr>
            <a:r>
              <a:rPr lang="en-US" sz="2000" b="1">
                <a:solidFill>
                  <a:srgbClr val="FFFFFF"/>
                </a:solidFill>
                <a:latin typeface="Neue Montreal Medium"/>
                <a:ea typeface="Neue Montreal Medium"/>
                <a:cs typeface="Neue Montreal Medium"/>
                <a:sym typeface="Neue Montreal Medium"/>
              </a:rPr>
              <a:t>www.reallygreatsite.com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flipV="1">
            <a:off x="-1374143" y="-5208350"/>
            <a:ext cx="19984640" cy="14713691"/>
          </a:xfrm>
          <a:custGeom>
            <a:avLst/>
            <a:gdLst/>
            <a:ahLst/>
            <a:cxnLst/>
            <a:rect l="l" t="t" r="r" b="b"/>
            <a:pathLst>
              <a:path w="19984640" h="14713691">
                <a:moveTo>
                  <a:pt x="0" y="14713691"/>
                </a:moveTo>
                <a:lnTo>
                  <a:pt x="19984640" y="14713691"/>
                </a:lnTo>
                <a:lnTo>
                  <a:pt x="19984640" y="0"/>
                </a:lnTo>
                <a:lnTo>
                  <a:pt x="0" y="0"/>
                </a:lnTo>
                <a:lnTo>
                  <a:pt x="0" y="14713691"/>
                </a:lnTo>
                <a:close/>
              </a:path>
            </a:pathLst>
          </a:custGeom>
          <a:blipFill>
            <a:blip r:embed="rId2"/>
            <a:stretch>
              <a:fillRect/>
            </a:stretch>
          </a:blipFill>
        </p:spPr>
        <p:txBody>
          <a:bodyPr/>
          <a:lstStyle/>
          <a:p>
            <a:endParaRPr lang="zh-CN" altLang="en-US"/>
          </a:p>
        </p:txBody>
      </p:sp>
      <p:sp>
        <p:nvSpPr>
          <p:cNvPr id="3" name="Freeform 3"/>
          <p:cNvSpPr/>
          <p:nvPr/>
        </p:nvSpPr>
        <p:spPr>
          <a:xfrm>
            <a:off x="3492827" y="5769585"/>
            <a:ext cx="3783381" cy="3783381"/>
          </a:xfrm>
          <a:custGeom>
            <a:avLst/>
            <a:gdLst/>
            <a:ahLst/>
            <a:cxnLst/>
            <a:rect l="l" t="t" r="r" b="b"/>
            <a:pathLst>
              <a:path w="3783381" h="3783381">
                <a:moveTo>
                  <a:pt x="0" y="0"/>
                </a:moveTo>
                <a:lnTo>
                  <a:pt x="3783381" y="0"/>
                </a:lnTo>
                <a:lnTo>
                  <a:pt x="3783381" y="3783381"/>
                </a:lnTo>
                <a:lnTo>
                  <a:pt x="0" y="3783381"/>
                </a:lnTo>
                <a:lnTo>
                  <a:pt x="0" y="0"/>
                </a:lnTo>
                <a:close/>
              </a:path>
            </a:pathLst>
          </a:custGeom>
          <a:blipFill>
            <a:blip r:embed="rId3">
              <a:alphaModFix amt="44999"/>
            </a:blip>
            <a:stretch>
              <a:fillRect/>
            </a:stretch>
          </a:blipFill>
        </p:spPr>
        <p:txBody>
          <a:bodyPr/>
          <a:lstStyle/>
          <a:p>
            <a:endParaRPr lang="zh-CN" altLang="en-US"/>
          </a:p>
        </p:txBody>
      </p:sp>
      <p:sp>
        <p:nvSpPr>
          <p:cNvPr id="4" name="Freeform 4"/>
          <p:cNvSpPr/>
          <p:nvPr/>
        </p:nvSpPr>
        <p:spPr>
          <a:xfrm>
            <a:off x="10028082" y="5769585"/>
            <a:ext cx="3783381" cy="3783381"/>
          </a:xfrm>
          <a:custGeom>
            <a:avLst/>
            <a:gdLst/>
            <a:ahLst/>
            <a:cxnLst/>
            <a:rect l="l" t="t" r="r" b="b"/>
            <a:pathLst>
              <a:path w="3783381" h="3783381">
                <a:moveTo>
                  <a:pt x="0" y="0"/>
                </a:moveTo>
                <a:lnTo>
                  <a:pt x="3783381" y="0"/>
                </a:lnTo>
                <a:lnTo>
                  <a:pt x="3783381" y="3783381"/>
                </a:lnTo>
                <a:lnTo>
                  <a:pt x="0" y="3783381"/>
                </a:lnTo>
                <a:lnTo>
                  <a:pt x="0" y="0"/>
                </a:lnTo>
                <a:close/>
              </a:path>
            </a:pathLst>
          </a:custGeom>
          <a:blipFill>
            <a:blip r:embed="rId3">
              <a:alphaModFix amt="44999"/>
            </a:blip>
            <a:stretch>
              <a:fillRect/>
            </a:stretch>
          </a:blipFill>
        </p:spPr>
        <p:txBody>
          <a:bodyPr/>
          <a:lstStyle/>
          <a:p>
            <a:endParaRPr lang="zh-CN" altLang="en-US"/>
          </a:p>
        </p:txBody>
      </p:sp>
      <p:sp>
        <p:nvSpPr>
          <p:cNvPr id="5" name="Freeform 5"/>
          <p:cNvSpPr/>
          <p:nvPr/>
        </p:nvSpPr>
        <p:spPr>
          <a:xfrm>
            <a:off x="1152284" y="5807685"/>
            <a:ext cx="3783381" cy="3783381"/>
          </a:xfrm>
          <a:custGeom>
            <a:avLst/>
            <a:gdLst/>
            <a:ahLst/>
            <a:cxnLst/>
            <a:rect l="l" t="t" r="r" b="b"/>
            <a:pathLst>
              <a:path w="3783381" h="3783381">
                <a:moveTo>
                  <a:pt x="0" y="0"/>
                </a:moveTo>
                <a:lnTo>
                  <a:pt x="3783381" y="0"/>
                </a:lnTo>
                <a:lnTo>
                  <a:pt x="3783381" y="3783381"/>
                </a:lnTo>
                <a:lnTo>
                  <a:pt x="0" y="3783381"/>
                </a:lnTo>
                <a:lnTo>
                  <a:pt x="0" y="0"/>
                </a:lnTo>
                <a:close/>
              </a:path>
            </a:pathLst>
          </a:custGeom>
          <a:blipFill>
            <a:blip r:embed="rId3">
              <a:alphaModFix amt="44999"/>
            </a:blip>
            <a:stretch>
              <a:fillRect/>
            </a:stretch>
          </a:blipFill>
        </p:spPr>
        <p:txBody>
          <a:bodyPr/>
          <a:lstStyle/>
          <a:p>
            <a:endParaRPr lang="zh-CN" altLang="en-US"/>
          </a:p>
        </p:txBody>
      </p:sp>
      <p:sp>
        <p:nvSpPr>
          <p:cNvPr id="6" name="Freeform 6"/>
          <p:cNvSpPr/>
          <p:nvPr/>
        </p:nvSpPr>
        <p:spPr>
          <a:xfrm>
            <a:off x="7687539" y="5807685"/>
            <a:ext cx="3783381" cy="3783381"/>
          </a:xfrm>
          <a:custGeom>
            <a:avLst/>
            <a:gdLst/>
            <a:ahLst/>
            <a:cxnLst/>
            <a:rect l="l" t="t" r="r" b="b"/>
            <a:pathLst>
              <a:path w="3783381" h="3783381">
                <a:moveTo>
                  <a:pt x="0" y="0"/>
                </a:moveTo>
                <a:lnTo>
                  <a:pt x="3783381" y="0"/>
                </a:lnTo>
                <a:lnTo>
                  <a:pt x="3783381" y="3783381"/>
                </a:lnTo>
                <a:lnTo>
                  <a:pt x="0" y="3783381"/>
                </a:lnTo>
                <a:lnTo>
                  <a:pt x="0" y="0"/>
                </a:lnTo>
                <a:close/>
              </a:path>
            </a:pathLst>
          </a:custGeom>
          <a:blipFill>
            <a:blip r:embed="rId3">
              <a:alphaModFix amt="44999"/>
            </a:blip>
            <a:stretch>
              <a:fillRect/>
            </a:stretch>
          </a:blipFill>
        </p:spPr>
        <p:txBody>
          <a:bodyPr/>
          <a:lstStyle/>
          <a:p>
            <a:endParaRPr lang="zh-CN" altLang="en-US"/>
          </a:p>
        </p:txBody>
      </p:sp>
      <p:sp>
        <p:nvSpPr>
          <p:cNvPr id="7" name="Freeform 7"/>
          <p:cNvSpPr/>
          <p:nvPr/>
        </p:nvSpPr>
        <p:spPr>
          <a:xfrm>
            <a:off x="9144000" y="1788576"/>
            <a:ext cx="6118865" cy="8498424"/>
          </a:xfrm>
          <a:custGeom>
            <a:avLst/>
            <a:gdLst/>
            <a:ahLst/>
            <a:cxnLst/>
            <a:rect l="l" t="t" r="r" b="b"/>
            <a:pathLst>
              <a:path w="6118865" h="8498424">
                <a:moveTo>
                  <a:pt x="0" y="0"/>
                </a:moveTo>
                <a:lnTo>
                  <a:pt x="6118865" y="0"/>
                </a:lnTo>
                <a:lnTo>
                  <a:pt x="6118865" y="8498424"/>
                </a:lnTo>
                <a:lnTo>
                  <a:pt x="0" y="84984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CN" altLang="en-US"/>
          </a:p>
        </p:txBody>
      </p:sp>
      <p:sp>
        <p:nvSpPr>
          <p:cNvPr id="8" name="Freeform 8"/>
          <p:cNvSpPr/>
          <p:nvPr/>
        </p:nvSpPr>
        <p:spPr>
          <a:xfrm>
            <a:off x="14222794" y="1788576"/>
            <a:ext cx="5778928" cy="8498424"/>
          </a:xfrm>
          <a:custGeom>
            <a:avLst/>
            <a:gdLst/>
            <a:ahLst/>
            <a:cxnLst/>
            <a:rect l="l" t="t" r="r" b="b"/>
            <a:pathLst>
              <a:path w="5778928" h="8498424">
                <a:moveTo>
                  <a:pt x="0" y="0"/>
                </a:moveTo>
                <a:lnTo>
                  <a:pt x="5778928" y="0"/>
                </a:lnTo>
                <a:lnTo>
                  <a:pt x="5778928" y="8498424"/>
                </a:lnTo>
                <a:lnTo>
                  <a:pt x="0" y="849842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CN" altLang="en-US"/>
          </a:p>
        </p:txBody>
      </p:sp>
      <p:grpSp>
        <p:nvGrpSpPr>
          <p:cNvPr id="9" name="Group 9"/>
          <p:cNvGrpSpPr/>
          <p:nvPr/>
        </p:nvGrpSpPr>
        <p:grpSpPr>
          <a:xfrm>
            <a:off x="1546677" y="6037788"/>
            <a:ext cx="5335138" cy="3220512"/>
            <a:chOff x="0" y="0"/>
            <a:chExt cx="826552" cy="498942"/>
          </a:xfrm>
        </p:grpSpPr>
        <p:sp>
          <p:nvSpPr>
            <p:cNvPr id="10" name="Freeform 10"/>
            <p:cNvSpPr/>
            <p:nvPr/>
          </p:nvSpPr>
          <p:spPr>
            <a:xfrm>
              <a:off x="0" y="0"/>
              <a:ext cx="826552" cy="498942"/>
            </a:xfrm>
            <a:custGeom>
              <a:avLst/>
              <a:gdLst/>
              <a:ahLst/>
              <a:cxnLst/>
              <a:rect l="l" t="t" r="r" b="b"/>
              <a:pathLst>
                <a:path w="826552" h="498942">
                  <a:moveTo>
                    <a:pt x="0" y="0"/>
                  </a:moveTo>
                  <a:lnTo>
                    <a:pt x="826552" y="0"/>
                  </a:lnTo>
                  <a:lnTo>
                    <a:pt x="826552" y="498942"/>
                  </a:lnTo>
                  <a:lnTo>
                    <a:pt x="0" y="498942"/>
                  </a:lnTo>
                  <a:close/>
                </a:path>
              </a:pathLst>
            </a:custGeom>
            <a:blipFill>
              <a:blip r:embed="rId6"/>
              <a:stretch>
                <a:fillRect t="-5185" b="-5185"/>
              </a:stretch>
            </a:blipFill>
          </p:spPr>
          <p:txBody>
            <a:bodyPr/>
            <a:lstStyle/>
            <a:p>
              <a:endParaRPr lang="zh-CN" altLang="en-US"/>
            </a:p>
          </p:txBody>
        </p:sp>
      </p:grpSp>
      <p:grpSp>
        <p:nvGrpSpPr>
          <p:cNvPr id="11" name="Group 11"/>
          <p:cNvGrpSpPr/>
          <p:nvPr/>
        </p:nvGrpSpPr>
        <p:grpSpPr>
          <a:xfrm>
            <a:off x="7963304" y="6037788"/>
            <a:ext cx="5335138" cy="3220512"/>
            <a:chOff x="0" y="0"/>
            <a:chExt cx="826552" cy="498942"/>
          </a:xfrm>
        </p:grpSpPr>
        <p:sp>
          <p:nvSpPr>
            <p:cNvPr id="12" name="Freeform 12"/>
            <p:cNvSpPr/>
            <p:nvPr/>
          </p:nvSpPr>
          <p:spPr>
            <a:xfrm>
              <a:off x="0" y="0"/>
              <a:ext cx="826552" cy="498942"/>
            </a:xfrm>
            <a:custGeom>
              <a:avLst/>
              <a:gdLst/>
              <a:ahLst/>
              <a:cxnLst/>
              <a:rect l="l" t="t" r="r" b="b"/>
              <a:pathLst>
                <a:path w="826552" h="498942">
                  <a:moveTo>
                    <a:pt x="0" y="0"/>
                  </a:moveTo>
                  <a:lnTo>
                    <a:pt x="826552" y="0"/>
                  </a:lnTo>
                  <a:lnTo>
                    <a:pt x="826552" y="498942"/>
                  </a:lnTo>
                  <a:lnTo>
                    <a:pt x="0" y="498942"/>
                  </a:lnTo>
                  <a:close/>
                </a:path>
              </a:pathLst>
            </a:custGeom>
            <a:blipFill>
              <a:blip r:embed="rId7"/>
              <a:stretch>
                <a:fillRect l="-3643" t="-22827" r="-14067" b="-9773"/>
              </a:stretch>
            </a:blipFill>
          </p:spPr>
          <p:txBody>
            <a:bodyPr/>
            <a:lstStyle/>
            <a:p>
              <a:endParaRPr lang="zh-CN" altLang="en-US"/>
            </a:p>
          </p:txBody>
        </p:sp>
      </p:grpSp>
      <p:sp>
        <p:nvSpPr>
          <p:cNvPr id="13" name="TextBox 13"/>
          <p:cNvSpPr txBox="1"/>
          <p:nvPr/>
        </p:nvSpPr>
        <p:spPr>
          <a:xfrm>
            <a:off x="1028700" y="-428418"/>
            <a:ext cx="21780586" cy="4938799"/>
          </a:xfrm>
          <a:prstGeom prst="rect">
            <a:avLst/>
          </a:prstGeom>
        </p:spPr>
        <p:txBody>
          <a:bodyPr lIns="0" tIns="0" rIns="0" bIns="0" rtlCol="0" anchor="t">
            <a:spAutoFit/>
          </a:bodyPr>
          <a:lstStyle/>
          <a:p>
            <a:pPr algn="l">
              <a:lnSpc>
                <a:spcPts val="32893"/>
              </a:lnSpc>
            </a:pPr>
            <a:r>
              <a:rPr lang="en-US" sz="37809" b="1" spc="-1890">
                <a:solidFill>
                  <a:srgbClr val="000000"/>
                </a:solidFill>
                <a:latin typeface="Telegraf Bold"/>
                <a:ea typeface="Telegraf Bold"/>
                <a:cs typeface="Telegraf Bold"/>
                <a:sym typeface="Telegraf Bold"/>
              </a:rPr>
              <a:t>Service</a:t>
            </a:r>
          </a:p>
        </p:txBody>
      </p:sp>
      <p:sp>
        <p:nvSpPr>
          <p:cNvPr id="14" name="Freeform 14"/>
          <p:cNvSpPr/>
          <p:nvPr/>
        </p:nvSpPr>
        <p:spPr>
          <a:xfrm>
            <a:off x="9498617" y="2481071"/>
            <a:ext cx="11528496" cy="11655649"/>
          </a:xfrm>
          <a:custGeom>
            <a:avLst/>
            <a:gdLst/>
            <a:ahLst/>
            <a:cxnLst/>
            <a:rect l="l" t="t" r="r" b="b"/>
            <a:pathLst>
              <a:path w="11528496" h="11655649">
                <a:moveTo>
                  <a:pt x="0" y="0"/>
                </a:moveTo>
                <a:lnTo>
                  <a:pt x="11528496" y="0"/>
                </a:lnTo>
                <a:lnTo>
                  <a:pt x="11528496" y="11655648"/>
                </a:lnTo>
                <a:lnTo>
                  <a:pt x="0" y="11655648"/>
                </a:lnTo>
                <a:lnTo>
                  <a:pt x="0" y="0"/>
                </a:lnTo>
                <a:close/>
              </a:path>
            </a:pathLst>
          </a:custGeom>
          <a:blipFill>
            <a:blip r:embed="rId8">
              <a:alphaModFix amt="75000"/>
            </a:blip>
            <a:stretch>
              <a:fillRect/>
            </a:stretch>
          </a:blipFill>
        </p:spPr>
        <p:txBody>
          <a:bodyPr/>
          <a:lstStyle/>
          <a:p>
            <a:endParaRPr lang="zh-CN" altLang="en-US"/>
          </a:p>
        </p:txBody>
      </p:sp>
      <p:sp>
        <p:nvSpPr>
          <p:cNvPr id="15" name="Freeform 15"/>
          <p:cNvSpPr/>
          <p:nvPr/>
        </p:nvSpPr>
        <p:spPr>
          <a:xfrm>
            <a:off x="11600315" y="-2995605"/>
            <a:ext cx="11528496" cy="11655649"/>
          </a:xfrm>
          <a:custGeom>
            <a:avLst/>
            <a:gdLst/>
            <a:ahLst/>
            <a:cxnLst/>
            <a:rect l="l" t="t" r="r" b="b"/>
            <a:pathLst>
              <a:path w="11528496" h="11655649">
                <a:moveTo>
                  <a:pt x="0" y="0"/>
                </a:moveTo>
                <a:lnTo>
                  <a:pt x="11528496" y="0"/>
                </a:lnTo>
                <a:lnTo>
                  <a:pt x="11528496" y="11655649"/>
                </a:lnTo>
                <a:lnTo>
                  <a:pt x="0" y="11655649"/>
                </a:lnTo>
                <a:lnTo>
                  <a:pt x="0" y="0"/>
                </a:lnTo>
                <a:close/>
              </a:path>
            </a:pathLst>
          </a:custGeom>
          <a:blipFill>
            <a:blip r:embed="rId8">
              <a:alphaModFix amt="85000"/>
            </a:blip>
            <a:stretch>
              <a:fillRect/>
            </a:stretch>
          </a:blipFill>
        </p:spPr>
        <p:txBody>
          <a:bodyPr/>
          <a:lstStyle/>
          <a:p>
            <a:endParaRPr lang="zh-CN" altLang="en-US"/>
          </a:p>
        </p:txBody>
      </p:sp>
      <p:sp>
        <p:nvSpPr>
          <p:cNvPr id="16" name="TextBox 16"/>
          <p:cNvSpPr txBox="1"/>
          <p:nvPr/>
        </p:nvSpPr>
        <p:spPr>
          <a:xfrm rot="5400000">
            <a:off x="14303880" y="6255256"/>
            <a:ext cx="5656840" cy="349250"/>
          </a:xfrm>
          <a:prstGeom prst="rect">
            <a:avLst/>
          </a:prstGeom>
        </p:spPr>
        <p:txBody>
          <a:bodyPr lIns="0" tIns="0" rIns="0" bIns="0" rtlCol="0" anchor="t">
            <a:spAutoFit/>
          </a:bodyPr>
          <a:lstStyle/>
          <a:p>
            <a:pPr algn="r">
              <a:lnSpc>
                <a:spcPts val="2800"/>
              </a:lnSpc>
            </a:pPr>
            <a:r>
              <a:rPr lang="en-US" sz="2000" b="1">
                <a:solidFill>
                  <a:srgbClr val="000000"/>
                </a:solidFill>
                <a:latin typeface="Neue Montreal Medium"/>
                <a:ea typeface="Neue Montreal Medium"/>
                <a:cs typeface="Neue Montreal Medium"/>
                <a:sym typeface="Neue Montreal Medium"/>
              </a:rPr>
              <a:t>www.reallygreatsite.com</a:t>
            </a:r>
          </a:p>
        </p:txBody>
      </p:sp>
      <p:sp>
        <p:nvSpPr>
          <p:cNvPr id="17" name="Freeform 17"/>
          <p:cNvSpPr/>
          <p:nvPr/>
        </p:nvSpPr>
        <p:spPr>
          <a:xfrm>
            <a:off x="1028700" y="4010097"/>
            <a:ext cx="355368" cy="339376"/>
          </a:xfrm>
          <a:custGeom>
            <a:avLst/>
            <a:gdLst/>
            <a:ahLst/>
            <a:cxnLst/>
            <a:rect l="l" t="t" r="r" b="b"/>
            <a:pathLst>
              <a:path w="355368" h="339376">
                <a:moveTo>
                  <a:pt x="0" y="0"/>
                </a:moveTo>
                <a:lnTo>
                  <a:pt x="355368" y="0"/>
                </a:lnTo>
                <a:lnTo>
                  <a:pt x="355368" y="339376"/>
                </a:lnTo>
                <a:lnTo>
                  <a:pt x="0" y="339376"/>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zh-CN" altLang="en-US"/>
          </a:p>
        </p:txBody>
      </p:sp>
      <p:sp>
        <p:nvSpPr>
          <p:cNvPr id="18" name="Freeform 18"/>
          <p:cNvSpPr/>
          <p:nvPr/>
        </p:nvSpPr>
        <p:spPr>
          <a:xfrm>
            <a:off x="7445327" y="4010097"/>
            <a:ext cx="355368" cy="339376"/>
          </a:xfrm>
          <a:custGeom>
            <a:avLst/>
            <a:gdLst/>
            <a:ahLst/>
            <a:cxnLst/>
            <a:rect l="l" t="t" r="r" b="b"/>
            <a:pathLst>
              <a:path w="355368" h="339376">
                <a:moveTo>
                  <a:pt x="0" y="0"/>
                </a:moveTo>
                <a:lnTo>
                  <a:pt x="355367" y="0"/>
                </a:lnTo>
                <a:lnTo>
                  <a:pt x="355367" y="339376"/>
                </a:lnTo>
                <a:lnTo>
                  <a:pt x="0" y="339376"/>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zh-CN" altLang="en-US"/>
          </a:p>
        </p:txBody>
      </p:sp>
      <p:sp>
        <p:nvSpPr>
          <p:cNvPr id="19" name="TextBox 19"/>
          <p:cNvSpPr txBox="1"/>
          <p:nvPr/>
        </p:nvSpPr>
        <p:spPr>
          <a:xfrm>
            <a:off x="1546677" y="4472280"/>
            <a:ext cx="4974297" cy="1249680"/>
          </a:xfrm>
          <a:prstGeom prst="rect">
            <a:avLst/>
          </a:prstGeom>
        </p:spPr>
        <p:txBody>
          <a:bodyPr lIns="0" tIns="0" rIns="0" bIns="0" rtlCol="0" anchor="t">
            <a:spAutoFit/>
          </a:bodyPr>
          <a:lstStyle/>
          <a:p>
            <a:pPr algn="l">
              <a:lnSpc>
                <a:spcPts val="2520"/>
              </a:lnSpc>
            </a:pPr>
            <a:r>
              <a:rPr lang="en-US" sz="1800" b="1">
                <a:solidFill>
                  <a:srgbClr val="000000"/>
                </a:solidFill>
                <a:latin typeface="Neue Montreal Medium"/>
                <a:ea typeface="Neue Montreal Medium"/>
                <a:cs typeface="Neue Montreal Medium"/>
                <a:sym typeface="Neue Montreal Medium"/>
              </a:rPr>
              <a:t>Lorem ipsum dolor sit amet, consectetur adipiscing elit. Praesent eleifend placerat consequat. Etiam tempor pulvinar nisi. Morbi consectetur, leo id suscipit ultricies, sapien ipsum vestibulum.</a:t>
            </a:r>
          </a:p>
        </p:txBody>
      </p:sp>
      <p:sp>
        <p:nvSpPr>
          <p:cNvPr id="20" name="TextBox 20"/>
          <p:cNvSpPr txBox="1"/>
          <p:nvPr/>
        </p:nvSpPr>
        <p:spPr>
          <a:xfrm>
            <a:off x="7963304" y="4472280"/>
            <a:ext cx="4974297" cy="1249680"/>
          </a:xfrm>
          <a:prstGeom prst="rect">
            <a:avLst/>
          </a:prstGeom>
        </p:spPr>
        <p:txBody>
          <a:bodyPr lIns="0" tIns="0" rIns="0" bIns="0" rtlCol="0" anchor="t">
            <a:spAutoFit/>
          </a:bodyPr>
          <a:lstStyle/>
          <a:p>
            <a:pPr algn="l">
              <a:lnSpc>
                <a:spcPts val="2520"/>
              </a:lnSpc>
            </a:pPr>
            <a:r>
              <a:rPr lang="en-US" sz="1800" b="1">
                <a:solidFill>
                  <a:srgbClr val="000000"/>
                </a:solidFill>
                <a:latin typeface="Neue Montreal Medium"/>
                <a:ea typeface="Neue Montreal Medium"/>
                <a:cs typeface="Neue Montreal Medium"/>
                <a:sym typeface="Neue Montreal Medium"/>
              </a:rPr>
              <a:t>Lorem ipsum dolor sit amet, consectetur adipiscing elit. Praesent eleifend placerat consequat. Etiam tempor pulvinar nisi. Morbi consectetur, leo id suscipit ultricies, sapien ipsum vestibulum.</a:t>
            </a:r>
          </a:p>
        </p:txBody>
      </p:sp>
      <p:sp>
        <p:nvSpPr>
          <p:cNvPr id="21" name="TextBox 21"/>
          <p:cNvSpPr txBox="1"/>
          <p:nvPr/>
        </p:nvSpPr>
        <p:spPr>
          <a:xfrm>
            <a:off x="1546677" y="3955440"/>
            <a:ext cx="5335138" cy="467741"/>
          </a:xfrm>
          <a:prstGeom prst="rect">
            <a:avLst/>
          </a:prstGeom>
        </p:spPr>
        <p:txBody>
          <a:bodyPr lIns="0" tIns="0" rIns="0" bIns="0" rtlCol="0" anchor="t">
            <a:spAutoFit/>
          </a:bodyPr>
          <a:lstStyle/>
          <a:p>
            <a:pPr algn="l">
              <a:lnSpc>
                <a:spcPts val="3231"/>
              </a:lnSpc>
            </a:pPr>
            <a:r>
              <a:rPr lang="en-US" sz="3199" b="1" spc="-159">
                <a:solidFill>
                  <a:srgbClr val="000000"/>
                </a:solidFill>
                <a:latin typeface="Telegraf Bold"/>
                <a:ea typeface="Telegraf Bold"/>
                <a:cs typeface="Telegraf Bold"/>
                <a:sym typeface="Telegraf Bold"/>
              </a:rPr>
              <a:t>Web &amp; Mobile Development</a:t>
            </a:r>
          </a:p>
        </p:txBody>
      </p:sp>
      <p:sp>
        <p:nvSpPr>
          <p:cNvPr id="22" name="TextBox 22"/>
          <p:cNvSpPr txBox="1"/>
          <p:nvPr/>
        </p:nvSpPr>
        <p:spPr>
          <a:xfrm>
            <a:off x="7963304" y="3955440"/>
            <a:ext cx="5335138" cy="467741"/>
          </a:xfrm>
          <a:prstGeom prst="rect">
            <a:avLst/>
          </a:prstGeom>
        </p:spPr>
        <p:txBody>
          <a:bodyPr lIns="0" tIns="0" rIns="0" bIns="0" rtlCol="0" anchor="t">
            <a:spAutoFit/>
          </a:bodyPr>
          <a:lstStyle/>
          <a:p>
            <a:pPr algn="l">
              <a:lnSpc>
                <a:spcPts val="3231"/>
              </a:lnSpc>
            </a:pPr>
            <a:r>
              <a:rPr lang="en-US" sz="3199" b="1" spc="-159">
                <a:solidFill>
                  <a:srgbClr val="000000"/>
                </a:solidFill>
                <a:latin typeface="Telegraf Bold"/>
                <a:ea typeface="Telegraf Bold"/>
                <a:cs typeface="Telegraf Bold"/>
                <a:sym typeface="Telegraf Bold"/>
              </a:rPr>
              <a:t>AI Creative Production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0323747" y="-6181568"/>
            <a:ext cx="17995363" cy="18193841"/>
          </a:xfrm>
          <a:custGeom>
            <a:avLst/>
            <a:gdLst/>
            <a:ahLst/>
            <a:cxnLst/>
            <a:rect l="l" t="t" r="r" b="b"/>
            <a:pathLst>
              <a:path w="17995363" h="18193841">
                <a:moveTo>
                  <a:pt x="0" y="0"/>
                </a:moveTo>
                <a:lnTo>
                  <a:pt x="17995362" y="0"/>
                </a:lnTo>
                <a:lnTo>
                  <a:pt x="17995362" y="18193841"/>
                </a:lnTo>
                <a:lnTo>
                  <a:pt x="0" y="18193841"/>
                </a:lnTo>
                <a:lnTo>
                  <a:pt x="0" y="0"/>
                </a:lnTo>
                <a:close/>
              </a:path>
            </a:pathLst>
          </a:custGeom>
          <a:blipFill>
            <a:blip r:embed="rId2"/>
            <a:stretch>
              <a:fillRect/>
            </a:stretch>
          </a:blipFill>
        </p:spPr>
        <p:txBody>
          <a:bodyPr/>
          <a:lstStyle/>
          <a:p>
            <a:endParaRPr lang="zh-CN" altLang="en-US"/>
          </a:p>
        </p:txBody>
      </p:sp>
      <p:grpSp>
        <p:nvGrpSpPr>
          <p:cNvPr id="3" name="Group 3"/>
          <p:cNvGrpSpPr/>
          <p:nvPr/>
        </p:nvGrpSpPr>
        <p:grpSpPr>
          <a:xfrm>
            <a:off x="8538385" y="-670808"/>
            <a:ext cx="7235709" cy="5814308"/>
            <a:chOff x="0" y="0"/>
            <a:chExt cx="9647612" cy="7752411"/>
          </a:xfrm>
        </p:grpSpPr>
        <p:sp>
          <p:nvSpPr>
            <p:cNvPr id="4" name="Freeform 4"/>
            <p:cNvSpPr/>
            <p:nvPr/>
          </p:nvSpPr>
          <p:spPr>
            <a:xfrm>
              <a:off x="0" y="0"/>
              <a:ext cx="5581736" cy="7752411"/>
            </a:xfrm>
            <a:custGeom>
              <a:avLst/>
              <a:gdLst/>
              <a:ahLst/>
              <a:cxnLst/>
              <a:rect l="l" t="t" r="r" b="b"/>
              <a:pathLst>
                <a:path w="5581736" h="7752411">
                  <a:moveTo>
                    <a:pt x="0" y="0"/>
                  </a:moveTo>
                  <a:lnTo>
                    <a:pt x="5581736" y="0"/>
                  </a:lnTo>
                  <a:lnTo>
                    <a:pt x="5581736" y="7752411"/>
                  </a:lnTo>
                  <a:lnTo>
                    <a:pt x="0" y="7752411"/>
                  </a:lnTo>
                  <a:lnTo>
                    <a:pt x="0" y="0"/>
                  </a:lnTo>
                  <a:close/>
                </a:path>
              </a:pathLst>
            </a:custGeom>
            <a:blipFill>
              <a:blip>
                <a:alphaModFix amt="17999"/>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5" name="Freeform 5"/>
            <p:cNvSpPr/>
            <p:nvPr/>
          </p:nvSpPr>
          <p:spPr>
            <a:xfrm>
              <a:off x="4375973" y="0"/>
              <a:ext cx="5271640" cy="7752411"/>
            </a:xfrm>
            <a:custGeom>
              <a:avLst/>
              <a:gdLst/>
              <a:ahLst/>
              <a:cxnLst/>
              <a:rect l="l" t="t" r="r" b="b"/>
              <a:pathLst>
                <a:path w="5271640" h="7752411">
                  <a:moveTo>
                    <a:pt x="0" y="0"/>
                  </a:moveTo>
                  <a:lnTo>
                    <a:pt x="5271639" y="0"/>
                  </a:lnTo>
                  <a:lnTo>
                    <a:pt x="5271639" y="7752411"/>
                  </a:lnTo>
                  <a:lnTo>
                    <a:pt x="0" y="7752411"/>
                  </a:lnTo>
                  <a:lnTo>
                    <a:pt x="0" y="0"/>
                  </a:lnTo>
                  <a:close/>
                </a:path>
              </a:pathLst>
            </a:custGeom>
            <a:blipFill>
              <a:blip>
                <a:alphaModFix amt="17999"/>
                <a:extLst>
                  <a:ext uri="{96DAC541-7B7A-43D3-8B79-37D633B846F1}">
                    <asvg:svgBlip xmlns:asvg="http://schemas.microsoft.com/office/drawing/2016/SVG/main" r:embed="rId4"/>
                  </a:ext>
                </a:extLst>
              </a:blip>
              <a:stretch>
                <a:fillRect/>
              </a:stretch>
            </a:blipFill>
          </p:spPr>
          <p:txBody>
            <a:bodyPr/>
            <a:lstStyle/>
            <a:p>
              <a:endParaRPr lang="zh-CN" altLang="en-US"/>
            </a:p>
          </p:txBody>
        </p:sp>
      </p:grpSp>
      <p:grpSp>
        <p:nvGrpSpPr>
          <p:cNvPr id="6" name="Group 6"/>
          <p:cNvGrpSpPr/>
          <p:nvPr/>
        </p:nvGrpSpPr>
        <p:grpSpPr>
          <a:xfrm>
            <a:off x="0" y="0"/>
            <a:ext cx="18288000" cy="10287000"/>
            <a:chOff x="0" y="0"/>
            <a:chExt cx="1444978" cy="812800"/>
          </a:xfrm>
        </p:grpSpPr>
        <p:sp>
          <p:nvSpPr>
            <p:cNvPr id="7" name="Freeform 7"/>
            <p:cNvSpPr/>
            <p:nvPr/>
          </p:nvSpPr>
          <p:spPr>
            <a:xfrm>
              <a:off x="0" y="0"/>
              <a:ext cx="1444978" cy="812800"/>
            </a:xfrm>
            <a:custGeom>
              <a:avLst/>
              <a:gdLst/>
              <a:ahLst/>
              <a:cxnLst/>
              <a:rect l="l" t="t" r="r" b="b"/>
              <a:pathLst>
                <a:path w="1444978" h="812800">
                  <a:moveTo>
                    <a:pt x="0" y="0"/>
                  </a:moveTo>
                  <a:lnTo>
                    <a:pt x="1444978" y="0"/>
                  </a:lnTo>
                  <a:lnTo>
                    <a:pt x="1444978" y="812800"/>
                  </a:lnTo>
                  <a:lnTo>
                    <a:pt x="0" y="812800"/>
                  </a:lnTo>
                  <a:close/>
                </a:path>
              </a:pathLst>
            </a:custGeom>
            <a:blipFill>
              <a:blip r:embed="rId5">
                <a:alphaModFix amt="6000"/>
              </a:blip>
              <a:stretch>
                <a:fillRect l="-6249" r="-6249"/>
              </a:stretch>
            </a:blipFill>
          </p:spPr>
          <p:txBody>
            <a:bodyPr/>
            <a:lstStyle/>
            <a:p>
              <a:endParaRPr lang="zh-CN" altLang="en-US"/>
            </a:p>
          </p:txBody>
        </p:sp>
      </p:grpSp>
      <p:grpSp>
        <p:nvGrpSpPr>
          <p:cNvPr id="8" name="Group 8"/>
          <p:cNvGrpSpPr/>
          <p:nvPr/>
        </p:nvGrpSpPr>
        <p:grpSpPr>
          <a:xfrm>
            <a:off x="0" y="0"/>
            <a:ext cx="18288000" cy="10287000"/>
            <a:chOff x="0" y="0"/>
            <a:chExt cx="1444978" cy="812800"/>
          </a:xfrm>
        </p:grpSpPr>
        <p:sp>
          <p:nvSpPr>
            <p:cNvPr id="9" name="Freeform 9"/>
            <p:cNvSpPr/>
            <p:nvPr/>
          </p:nvSpPr>
          <p:spPr>
            <a:xfrm>
              <a:off x="0" y="0"/>
              <a:ext cx="1444978" cy="812800"/>
            </a:xfrm>
            <a:custGeom>
              <a:avLst/>
              <a:gdLst/>
              <a:ahLst/>
              <a:cxnLst/>
              <a:rect l="l" t="t" r="r" b="b"/>
              <a:pathLst>
                <a:path w="1444978" h="812800">
                  <a:moveTo>
                    <a:pt x="0" y="0"/>
                  </a:moveTo>
                  <a:lnTo>
                    <a:pt x="1444978" y="0"/>
                  </a:lnTo>
                  <a:lnTo>
                    <a:pt x="1444978" y="812800"/>
                  </a:lnTo>
                  <a:lnTo>
                    <a:pt x="0" y="812800"/>
                  </a:lnTo>
                  <a:close/>
                </a:path>
              </a:pathLst>
            </a:custGeom>
            <a:blipFill>
              <a:blip r:embed="rId6">
                <a:alphaModFix amt="6000"/>
              </a:blip>
              <a:stretch>
                <a:fillRect l="-44045" r="-295"/>
              </a:stretch>
            </a:blipFill>
          </p:spPr>
          <p:txBody>
            <a:bodyPr/>
            <a:lstStyle/>
            <a:p>
              <a:endParaRPr lang="zh-CN" altLang="en-US"/>
            </a:p>
          </p:txBody>
        </p:sp>
      </p:grpSp>
      <p:sp>
        <p:nvSpPr>
          <p:cNvPr id="10" name="Freeform 10"/>
          <p:cNvSpPr/>
          <p:nvPr/>
        </p:nvSpPr>
        <p:spPr>
          <a:xfrm>
            <a:off x="11102269" y="-12517059"/>
            <a:ext cx="17995363" cy="18193841"/>
          </a:xfrm>
          <a:custGeom>
            <a:avLst/>
            <a:gdLst/>
            <a:ahLst/>
            <a:cxnLst/>
            <a:rect l="l" t="t" r="r" b="b"/>
            <a:pathLst>
              <a:path w="17995363" h="18193841">
                <a:moveTo>
                  <a:pt x="0" y="0"/>
                </a:moveTo>
                <a:lnTo>
                  <a:pt x="17995362" y="0"/>
                </a:lnTo>
                <a:lnTo>
                  <a:pt x="17995362" y="18193841"/>
                </a:lnTo>
                <a:lnTo>
                  <a:pt x="0" y="18193841"/>
                </a:lnTo>
                <a:lnTo>
                  <a:pt x="0" y="0"/>
                </a:lnTo>
                <a:close/>
              </a:path>
            </a:pathLst>
          </a:custGeom>
          <a:blipFill>
            <a:blip r:embed="rId2"/>
            <a:stretch>
              <a:fillRect/>
            </a:stretch>
          </a:blipFill>
        </p:spPr>
        <p:txBody>
          <a:bodyPr/>
          <a:lstStyle/>
          <a:p>
            <a:endParaRPr lang="zh-CN" altLang="en-US"/>
          </a:p>
        </p:txBody>
      </p:sp>
      <p:pic>
        <p:nvPicPr>
          <p:cNvPr id="11" name="Picture 11"/>
          <p:cNvPicPr>
            <a:picLocks noChangeAspect="1"/>
          </p:cNvPicPr>
          <p:nvPr/>
        </p:nvPicPr>
        <p:blipFill>
          <a:blip r:embed="rId7"/>
          <a:stretch>
            <a:fillRect/>
          </a:stretch>
        </p:blipFill>
        <p:spPr>
          <a:xfrm>
            <a:off x="531663" y="3445345"/>
            <a:ext cx="6549934" cy="6324142"/>
          </a:xfrm>
          <a:prstGeom prst="rect">
            <a:avLst/>
          </a:prstGeom>
        </p:spPr>
      </p:pic>
      <p:grpSp>
        <p:nvGrpSpPr>
          <p:cNvPr id="12" name="Group 12"/>
          <p:cNvGrpSpPr/>
          <p:nvPr/>
        </p:nvGrpSpPr>
        <p:grpSpPr>
          <a:xfrm>
            <a:off x="1028700" y="2915352"/>
            <a:ext cx="5507069" cy="1085859"/>
            <a:chOff x="0" y="0"/>
            <a:chExt cx="1450422" cy="285988"/>
          </a:xfrm>
        </p:grpSpPr>
        <p:sp>
          <p:nvSpPr>
            <p:cNvPr id="13" name="Freeform 13"/>
            <p:cNvSpPr/>
            <p:nvPr/>
          </p:nvSpPr>
          <p:spPr>
            <a:xfrm>
              <a:off x="0" y="0"/>
              <a:ext cx="1450422" cy="285988"/>
            </a:xfrm>
            <a:custGeom>
              <a:avLst/>
              <a:gdLst/>
              <a:ahLst/>
              <a:cxnLst/>
              <a:rect l="l" t="t" r="r" b="b"/>
              <a:pathLst>
                <a:path w="1450422" h="285988">
                  <a:moveTo>
                    <a:pt x="0" y="0"/>
                  </a:moveTo>
                  <a:lnTo>
                    <a:pt x="1450422" y="0"/>
                  </a:lnTo>
                  <a:lnTo>
                    <a:pt x="1450422" y="285988"/>
                  </a:lnTo>
                  <a:lnTo>
                    <a:pt x="0" y="285988"/>
                  </a:lnTo>
                  <a:close/>
                </a:path>
              </a:pathLst>
            </a:custGeom>
            <a:solidFill>
              <a:srgbClr val="FFFFFF"/>
            </a:solidFill>
          </p:spPr>
          <p:txBody>
            <a:bodyPr/>
            <a:lstStyle/>
            <a:p>
              <a:endParaRPr lang="zh-CN" altLang="en-US"/>
            </a:p>
          </p:txBody>
        </p:sp>
        <p:sp>
          <p:nvSpPr>
            <p:cNvPr id="14" name="TextBox 14"/>
            <p:cNvSpPr txBox="1"/>
            <p:nvPr/>
          </p:nvSpPr>
          <p:spPr>
            <a:xfrm>
              <a:off x="0" y="-47625"/>
              <a:ext cx="1450422" cy="333613"/>
            </a:xfrm>
            <a:prstGeom prst="rect">
              <a:avLst/>
            </a:prstGeom>
          </p:spPr>
          <p:txBody>
            <a:bodyPr lIns="50800" tIns="50800" rIns="50800" bIns="50800" rtlCol="0" anchor="ctr"/>
            <a:lstStyle/>
            <a:p>
              <a:pPr algn="ctr">
                <a:lnSpc>
                  <a:spcPts val="2800"/>
                </a:lnSpc>
              </a:pPr>
              <a:endParaRPr/>
            </a:p>
          </p:txBody>
        </p:sp>
      </p:grpSp>
      <p:grpSp>
        <p:nvGrpSpPr>
          <p:cNvPr id="15" name="Group 15"/>
          <p:cNvGrpSpPr/>
          <p:nvPr/>
        </p:nvGrpSpPr>
        <p:grpSpPr>
          <a:xfrm>
            <a:off x="8230436" y="2915352"/>
            <a:ext cx="4351719" cy="1754321"/>
            <a:chOff x="0" y="0"/>
            <a:chExt cx="1146132" cy="462043"/>
          </a:xfrm>
        </p:grpSpPr>
        <p:sp>
          <p:nvSpPr>
            <p:cNvPr id="16" name="Freeform 16"/>
            <p:cNvSpPr/>
            <p:nvPr/>
          </p:nvSpPr>
          <p:spPr>
            <a:xfrm>
              <a:off x="0" y="0"/>
              <a:ext cx="1146132" cy="462043"/>
            </a:xfrm>
            <a:custGeom>
              <a:avLst/>
              <a:gdLst/>
              <a:ahLst/>
              <a:cxnLst/>
              <a:rect l="l" t="t" r="r" b="b"/>
              <a:pathLst>
                <a:path w="1146132" h="462043">
                  <a:moveTo>
                    <a:pt x="0" y="0"/>
                  </a:moveTo>
                  <a:lnTo>
                    <a:pt x="1146132" y="0"/>
                  </a:lnTo>
                  <a:lnTo>
                    <a:pt x="1146132" y="462043"/>
                  </a:lnTo>
                  <a:lnTo>
                    <a:pt x="0" y="462043"/>
                  </a:lnTo>
                  <a:close/>
                </a:path>
              </a:pathLst>
            </a:custGeom>
            <a:solidFill>
              <a:srgbClr val="303031"/>
            </a:solidFill>
          </p:spPr>
          <p:txBody>
            <a:bodyPr/>
            <a:lstStyle/>
            <a:p>
              <a:endParaRPr lang="zh-CN" altLang="en-US"/>
            </a:p>
          </p:txBody>
        </p:sp>
        <p:sp>
          <p:nvSpPr>
            <p:cNvPr id="17" name="TextBox 17"/>
            <p:cNvSpPr txBox="1"/>
            <p:nvPr/>
          </p:nvSpPr>
          <p:spPr>
            <a:xfrm>
              <a:off x="0" y="-47625"/>
              <a:ext cx="1146132" cy="509668"/>
            </a:xfrm>
            <a:prstGeom prst="rect">
              <a:avLst/>
            </a:prstGeom>
          </p:spPr>
          <p:txBody>
            <a:bodyPr lIns="50800" tIns="50800" rIns="50800" bIns="50800" rtlCol="0" anchor="ctr"/>
            <a:lstStyle/>
            <a:p>
              <a:pPr algn="ctr">
                <a:lnSpc>
                  <a:spcPts val="2800"/>
                </a:lnSpc>
              </a:pPr>
              <a:endParaRPr/>
            </a:p>
          </p:txBody>
        </p:sp>
      </p:grpSp>
      <p:grpSp>
        <p:nvGrpSpPr>
          <p:cNvPr id="18" name="Group 18"/>
          <p:cNvGrpSpPr/>
          <p:nvPr/>
        </p:nvGrpSpPr>
        <p:grpSpPr>
          <a:xfrm>
            <a:off x="12907581" y="2915352"/>
            <a:ext cx="4351719" cy="1754321"/>
            <a:chOff x="0" y="0"/>
            <a:chExt cx="1146132" cy="462043"/>
          </a:xfrm>
        </p:grpSpPr>
        <p:sp>
          <p:nvSpPr>
            <p:cNvPr id="19" name="Freeform 19"/>
            <p:cNvSpPr/>
            <p:nvPr/>
          </p:nvSpPr>
          <p:spPr>
            <a:xfrm>
              <a:off x="0" y="0"/>
              <a:ext cx="1146132" cy="462043"/>
            </a:xfrm>
            <a:custGeom>
              <a:avLst/>
              <a:gdLst/>
              <a:ahLst/>
              <a:cxnLst/>
              <a:rect l="l" t="t" r="r" b="b"/>
              <a:pathLst>
                <a:path w="1146132" h="462043">
                  <a:moveTo>
                    <a:pt x="0" y="0"/>
                  </a:moveTo>
                  <a:lnTo>
                    <a:pt x="1146132" y="0"/>
                  </a:lnTo>
                  <a:lnTo>
                    <a:pt x="1146132" y="462043"/>
                  </a:lnTo>
                  <a:lnTo>
                    <a:pt x="0" y="462043"/>
                  </a:lnTo>
                  <a:close/>
                </a:path>
              </a:pathLst>
            </a:custGeom>
            <a:solidFill>
              <a:srgbClr val="303031"/>
            </a:solidFill>
          </p:spPr>
          <p:txBody>
            <a:bodyPr/>
            <a:lstStyle/>
            <a:p>
              <a:endParaRPr lang="zh-CN" altLang="en-US"/>
            </a:p>
          </p:txBody>
        </p:sp>
        <p:sp>
          <p:nvSpPr>
            <p:cNvPr id="20" name="TextBox 20"/>
            <p:cNvSpPr txBox="1"/>
            <p:nvPr/>
          </p:nvSpPr>
          <p:spPr>
            <a:xfrm>
              <a:off x="0" y="-47625"/>
              <a:ext cx="1146132" cy="509668"/>
            </a:xfrm>
            <a:prstGeom prst="rect">
              <a:avLst/>
            </a:prstGeom>
          </p:spPr>
          <p:txBody>
            <a:bodyPr lIns="50800" tIns="50800" rIns="50800" bIns="50800" rtlCol="0" anchor="ctr"/>
            <a:lstStyle/>
            <a:p>
              <a:pPr algn="ctr">
                <a:lnSpc>
                  <a:spcPts val="2800"/>
                </a:lnSpc>
              </a:pPr>
              <a:endParaRPr/>
            </a:p>
          </p:txBody>
        </p:sp>
      </p:grpSp>
      <p:grpSp>
        <p:nvGrpSpPr>
          <p:cNvPr id="21" name="Group 21"/>
          <p:cNvGrpSpPr/>
          <p:nvPr/>
        </p:nvGrpSpPr>
        <p:grpSpPr>
          <a:xfrm>
            <a:off x="8230436" y="5032247"/>
            <a:ext cx="4351719" cy="1754321"/>
            <a:chOff x="0" y="0"/>
            <a:chExt cx="1146132" cy="462043"/>
          </a:xfrm>
        </p:grpSpPr>
        <p:sp>
          <p:nvSpPr>
            <p:cNvPr id="22" name="Freeform 22"/>
            <p:cNvSpPr/>
            <p:nvPr/>
          </p:nvSpPr>
          <p:spPr>
            <a:xfrm>
              <a:off x="0" y="0"/>
              <a:ext cx="1146132" cy="462043"/>
            </a:xfrm>
            <a:custGeom>
              <a:avLst/>
              <a:gdLst/>
              <a:ahLst/>
              <a:cxnLst/>
              <a:rect l="l" t="t" r="r" b="b"/>
              <a:pathLst>
                <a:path w="1146132" h="462043">
                  <a:moveTo>
                    <a:pt x="0" y="0"/>
                  </a:moveTo>
                  <a:lnTo>
                    <a:pt x="1146132" y="0"/>
                  </a:lnTo>
                  <a:lnTo>
                    <a:pt x="1146132" y="462043"/>
                  </a:lnTo>
                  <a:lnTo>
                    <a:pt x="0" y="462043"/>
                  </a:lnTo>
                  <a:close/>
                </a:path>
              </a:pathLst>
            </a:custGeom>
            <a:solidFill>
              <a:srgbClr val="303031"/>
            </a:solidFill>
          </p:spPr>
          <p:txBody>
            <a:bodyPr/>
            <a:lstStyle/>
            <a:p>
              <a:endParaRPr lang="zh-CN" altLang="en-US"/>
            </a:p>
          </p:txBody>
        </p:sp>
        <p:sp>
          <p:nvSpPr>
            <p:cNvPr id="23" name="TextBox 23"/>
            <p:cNvSpPr txBox="1"/>
            <p:nvPr/>
          </p:nvSpPr>
          <p:spPr>
            <a:xfrm>
              <a:off x="0" y="-47625"/>
              <a:ext cx="1146132" cy="509668"/>
            </a:xfrm>
            <a:prstGeom prst="rect">
              <a:avLst/>
            </a:prstGeom>
          </p:spPr>
          <p:txBody>
            <a:bodyPr lIns="50800" tIns="50800" rIns="50800" bIns="50800" rtlCol="0" anchor="ctr"/>
            <a:lstStyle/>
            <a:p>
              <a:pPr algn="ctr">
                <a:lnSpc>
                  <a:spcPts val="2800"/>
                </a:lnSpc>
              </a:pPr>
              <a:endParaRPr/>
            </a:p>
          </p:txBody>
        </p:sp>
      </p:grpSp>
      <p:grpSp>
        <p:nvGrpSpPr>
          <p:cNvPr id="24" name="Group 24"/>
          <p:cNvGrpSpPr/>
          <p:nvPr/>
        </p:nvGrpSpPr>
        <p:grpSpPr>
          <a:xfrm>
            <a:off x="12907581" y="5032247"/>
            <a:ext cx="4351719" cy="1754321"/>
            <a:chOff x="0" y="0"/>
            <a:chExt cx="1146132" cy="462043"/>
          </a:xfrm>
        </p:grpSpPr>
        <p:sp>
          <p:nvSpPr>
            <p:cNvPr id="25" name="Freeform 25"/>
            <p:cNvSpPr/>
            <p:nvPr/>
          </p:nvSpPr>
          <p:spPr>
            <a:xfrm>
              <a:off x="0" y="0"/>
              <a:ext cx="1146132" cy="462043"/>
            </a:xfrm>
            <a:custGeom>
              <a:avLst/>
              <a:gdLst/>
              <a:ahLst/>
              <a:cxnLst/>
              <a:rect l="l" t="t" r="r" b="b"/>
              <a:pathLst>
                <a:path w="1146132" h="462043">
                  <a:moveTo>
                    <a:pt x="0" y="0"/>
                  </a:moveTo>
                  <a:lnTo>
                    <a:pt x="1146132" y="0"/>
                  </a:lnTo>
                  <a:lnTo>
                    <a:pt x="1146132" y="462043"/>
                  </a:lnTo>
                  <a:lnTo>
                    <a:pt x="0" y="462043"/>
                  </a:lnTo>
                  <a:close/>
                </a:path>
              </a:pathLst>
            </a:custGeom>
            <a:solidFill>
              <a:srgbClr val="303031"/>
            </a:solidFill>
          </p:spPr>
          <p:txBody>
            <a:bodyPr/>
            <a:lstStyle/>
            <a:p>
              <a:endParaRPr lang="zh-CN" altLang="en-US"/>
            </a:p>
          </p:txBody>
        </p:sp>
        <p:sp>
          <p:nvSpPr>
            <p:cNvPr id="26" name="TextBox 26"/>
            <p:cNvSpPr txBox="1"/>
            <p:nvPr/>
          </p:nvSpPr>
          <p:spPr>
            <a:xfrm>
              <a:off x="0" y="-47625"/>
              <a:ext cx="1146132" cy="509668"/>
            </a:xfrm>
            <a:prstGeom prst="rect">
              <a:avLst/>
            </a:prstGeom>
          </p:spPr>
          <p:txBody>
            <a:bodyPr lIns="50800" tIns="50800" rIns="50800" bIns="50800" rtlCol="0" anchor="ctr"/>
            <a:lstStyle/>
            <a:p>
              <a:pPr algn="ctr">
                <a:lnSpc>
                  <a:spcPts val="2800"/>
                </a:lnSpc>
              </a:pPr>
              <a:endParaRPr/>
            </a:p>
          </p:txBody>
        </p:sp>
      </p:grpSp>
      <p:sp>
        <p:nvSpPr>
          <p:cNvPr id="27" name="TextBox 27"/>
          <p:cNvSpPr txBox="1"/>
          <p:nvPr/>
        </p:nvSpPr>
        <p:spPr>
          <a:xfrm>
            <a:off x="1028700" y="847725"/>
            <a:ext cx="7777519" cy="2067627"/>
          </a:xfrm>
          <a:prstGeom prst="rect">
            <a:avLst/>
          </a:prstGeom>
        </p:spPr>
        <p:txBody>
          <a:bodyPr lIns="0" tIns="0" rIns="0" bIns="0" rtlCol="0" anchor="t">
            <a:spAutoFit/>
          </a:bodyPr>
          <a:lstStyle/>
          <a:p>
            <a:pPr algn="l">
              <a:lnSpc>
                <a:spcPts val="14412"/>
              </a:lnSpc>
            </a:pPr>
            <a:r>
              <a:rPr lang="en-US" sz="14269" b="1" spc="-713">
                <a:solidFill>
                  <a:srgbClr val="FFFFFF"/>
                </a:solidFill>
                <a:latin typeface="Telegraf Bold"/>
                <a:ea typeface="Telegraf Bold"/>
                <a:cs typeface="Telegraf Bold"/>
                <a:sym typeface="Telegraf Bold"/>
              </a:rPr>
              <a:t>Traction</a:t>
            </a:r>
          </a:p>
        </p:txBody>
      </p:sp>
      <p:sp>
        <p:nvSpPr>
          <p:cNvPr id="28" name="TextBox 28"/>
          <p:cNvSpPr txBox="1"/>
          <p:nvPr/>
        </p:nvSpPr>
        <p:spPr>
          <a:xfrm>
            <a:off x="11602460" y="981075"/>
            <a:ext cx="5656840" cy="349250"/>
          </a:xfrm>
          <a:prstGeom prst="rect">
            <a:avLst/>
          </a:prstGeom>
        </p:spPr>
        <p:txBody>
          <a:bodyPr lIns="0" tIns="0" rIns="0" bIns="0" rtlCol="0" anchor="t">
            <a:spAutoFit/>
          </a:bodyPr>
          <a:lstStyle/>
          <a:p>
            <a:pPr algn="r">
              <a:lnSpc>
                <a:spcPts val="2800"/>
              </a:lnSpc>
            </a:pPr>
            <a:r>
              <a:rPr lang="en-US" sz="2000" b="1">
                <a:solidFill>
                  <a:srgbClr val="3EC5E5"/>
                </a:solidFill>
                <a:latin typeface="Neue Montreal Medium"/>
                <a:ea typeface="Neue Montreal Medium"/>
                <a:cs typeface="Neue Montreal Medium"/>
                <a:sym typeface="Neue Montreal Medium"/>
              </a:rPr>
              <a:t>www.reallygreatsite.com</a:t>
            </a:r>
          </a:p>
        </p:txBody>
      </p:sp>
      <p:sp>
        <p:nvSpPr>
          <p:cNvPr id="29" name="TextBox 29"/>
          <p:cNvSpPr txBox="1"/>
          <p:nvPr/>
        </p:nvSpPr>
        <p:spPr>
          <a:xfrm>
            <a:off x="4491798" y="3139564"/>
            <a:ext cx="1733187" cy="621030"/>
          </a:xfrm>
          <a:prstGeom prst="rect">
            <a:avLst/>
          </a:prstGeom>
        </p:spPr>
        <p:txBody>
          <a:bodyPr lIns="0" tIns="0" rIns="0" bIns="0" rtlCol="0" anchor="t">
            <a:spAutoFit/>
          </a:bodyPr>
          <a:lstStyle/>
          <a:p>
            <a:pPr algn="l">
              <a:lnSpc>
                <a:spcPts val="2520"/>
              </a:lnSpc>
            </a:pPr>
            <a:r>
              <a:rPr lang="en-US" sz="1800" b="1" i="1">
                <a:solidFill>
                  <a:srgbClr val="000000"/>
                </a:solidFill>
                <a:latin typeface="Neue Montreal Medium Italics"/>
                <a:ea typeface="Neue Montreal Medium Italics"/>
                <a:cs typeface="Neue Montreal Medium Italics"/>
                <a:sym typeface="Neue Montreal Medium Italics"/>
              </a:rPr>
              <a:t>Gross Revenues in 2025</a:t>
            </a:r>
          </a:p>
        </p:txBody>
      </p:sp>
      <p:sp>
        <p:nvSpPr>
          <p:cNvPr id="30" name="TextBox 30"/>
          <p:cNvSpPr txBox="1"/>
          <p:nvPr/>
        </p:nvSpPr>
        <p:spPr>
          <a:xfrm>
            <a:off x="9005786" y="3961175"/>
            <a:ext cx="2801018" cy="273685"/>
          </a:xfrm>
          <a:prstGeom prst="rect">
            <a:avLst/>
          </a:prstGeom>
        </p:spPr>
        <p:txBody>
          <a:bodyPr lIns="0" tIns="0" rIns="0" bIns="0" rtlCol="0" anchor="t">
            <a:spAutoFit/>
          </a:bodyPr>
          <a:lstStyle/>
          <a:p>
            <a:pPr algn="ctr">
              <a:lnSpc>
                <a:spcPts val="2240"/>
              </a:lnSpc>
            </a:pPr>
            <a:r>
              <a:rPr lang="en-US" sz="1600" b="1">
                <a:solidFill>
                  <a:srgbClr val="FFFFFF"/>
                </a:solidFill>
                <a:latin typeface="Neue Montreal Medium"/>
                <a:ea typeface="Neue Montreal Medium"/>
                <a:cs typeface="Neue Montreal Medium"/>
                <a:sym typeface="Neue Montreal Medium"/>
              </a:rPr>
              <a:t>Total Visitors of website</a:t>
            </a:r>
          </a:p>
        </p:txBody>
      </p:sp>
      <p:sp>
        <p:nvSpPr>
          <p:cNvPr id="31" name="TextBox 31"/>
          <p:cNvSpPr txBox="1"/>
          <p:nvPr/>
        </p:nvSpPr>
        <p:spPr>
          <a:xfrm>
            <a:off x="13179147" y="3961175"/>
            <a:ext cx="3808586" cy="273685"/>
          </a:xfrm>
          <a:prstGeom prst="rect">
            <a:avLst/>
          </a:prstGeom>
        </p:spPr>
        <p:txBody>
          <a:bodyPr lIns="0" tIns="0" rIns="0" bIns="0" rtlCol="0" anchor="t">
            <a:spAutoFit/>
          </a:bodyPr>
          <a:lstStyle/>
          <a:p>
            <a:pPr algn="ctr">
              <a:lnSpc>
                <a:spcPts val="2240"/>
              </a:lnSpc>
            </a:pPr>
            <a:r>
              <a:rPr lang="en-US" sz="1600" b="1">
                <a:solidFill>
                  <a:srgbClr val="FFFFFF"/>
                </a:solidFill>
                <a:latin typeface="Neue Montreal Medium"/>
                <a:ea typeface="Neue Montreal Medium"/>
                <a:cs typeface="Neue Montreal Medium"/>
                <a:sym typeface="Neue Montreal Medium"/>
              </a:rPr>
              <a:t>in Browser for Keyword “AI Production”</a:t>
            </a:r>
          </a:p>
        </p:txBody>
      </p:sp>
      <p:sp>
        <p:nvSpPr>
          <p:cNvPr id="32" name="TextBox 32"/>
          <p:cNvSpPr txBox="1"/>
          <p:nvPr/>
        </p:nvSpPr>
        <p:spPr>
          <a:xfrm>
            <a:off x="9005786" y="6078069"/>
            <a:ext cx="2801018" cy="273685"/>
          </a:xfrm>
          <a:prstGeom prst="rect">
            <a:avLst/>
          </a:prstGeom>
        </p:spPr>
        <p:txBody>
          <a:bodyPr lIns="0" tIns="0" rIns="0" bIns="0" rtlCol="0" anchor="t">
            <a:spAutoFit/>
          </a:bodyPr>
          <a:lstStyle/>
          <a:p>
            <a:pPr algn="ctr">
              <a:lnSpc>
                <a:spcPts val="2240"/>
              </a:lnSpc>
            </a:pPr>
            <a:r>
              <a:rPr lang="en-US" sz="1600" b="1">
                <a:solidFill>
                  <a:srgbClr val="FFFFFF"/>
                </a:solidFill>
                <a:latin typeface="Neue Montreal Medium"/>
                <a:ea typeface="Neue Montreal Medium"/>
                <a:cs typeface="Neue Montreal Medium"/>
                <a:sym typeface="Neue Montreal Medium"/>
              </a:rPr>
              <a:t>Classes and Products Sold</a:t>
            </a:r>
          </a:p>
        </p:txBody>
      </p:sp>
      <p:sp>
        <p:nvSpPr>
          <p:cNvPr id="33" name="TextBox 33"/>
          <p:cNvSpPr txBox="1"/>
          <p:nvPr/>
        </p:nvSpPr>
        <p:spPr>
          <a:xfrm>
            <a:off x="13682931" y="6078069"/>
            <a:ext cx="2801018" cy="273685"/>
          </a:xfrm>
          <a:prstGeom prst="rect">
            <a:avLst/>
          </a:prstGeom>
        </p:spPr>
        <p:txBody>
          <a:bodyPr lIns="0" tIns="0" rIns="0" bIns="0" rtlCol="0" anchor="t">
            <a:spAutoFit/>
          </a:bodyPr>
          <a:lstStyle/>
          <a:p>
            <a:pPr algn="ctr">
              <a:lnSpc>
                <a:spcPts val="2240"/>
              </a:lnSpc>
            </a:pPr>
            <a:r>
              <a:rPr lang="en-US" sz="1600" b="1">
                <a:solidFill>
                  <a:srgbClr val="FFFFFF"/>
                </a:solidFill>
                <a:latin typeface="Neue Montreal Medium"/>
                <a:ea typeface="Neue Montreal Medium"/>
                <a:cs typeface="Neue Montreal Medium"/>
                <a:sym typeface="Neue Montreal Medium"/>
              </a:rPr>
              <a:t>Total Customers</a:t>
            </a:r>
          </a:p>
        </p:txBody>
      </p:sp>
      <p:sp>
        <p:nvSpPr>
          <p:cNvPr id="34" name="TextBox 34"/>
          <p:cNvSpPr txBox="1"/>
          <p:nvPr/>
        </p:nvSpPr>
        <p:spPr>
          <a:xfrm>
            <a:off x="1457023" y="3206239"/>
            <a:ext cx="3460437" cy="631380"/>
          </a:xfrm>
          <a:prstGeom prst="rect">
            <a:avLst/>
          </a:prstGeom>
        </p:spPr>
        <p:txBody>
          <a:bodyPr lIns="0" tIns="0" rIns="0" bIns="0" rtlCol="0" anchor="t">
            <a:spAutoFit/>
          </a:bodyPr>
          <a:lstStyle/>
          <a:p>
            <a:pPr algn="l">
              <a:lnSpc>
                <a:spcPts val="4418"/>
              </a:lnSpc>
            </a:pPr>
            <a:r>
              <a:rPr lang="en-US" sz="4374" b="1" spc="-218">
                <a:solidFill>
                  <a:srgbClr val="179BC0"/>
                </a:solidFill>
                <a:latin typeface="Telegraf Bold"/>
                <a:ea typeface="Telegraf Bold"/>
                <a:cs typeface="Telegraf Bold"/>
                <a:sym typeface="Telegraf Bold"/>
              </a:rPr>
              <a:t>$ 450.000</a:t>
            </a:r>
          </a:p>
        </p:txBody>
      </p:sp>
      <p:sp>
        <p:nvSpPr>
          <p:cNvPr id="35" name="TextBox 35"/>
          <p:cNvSpPr txBox="1"/>
          <p:nvPr/>
        </p:nvSpPr>
        <p:spPr>
          <a:xfrm>
            <a:off x="8676077" y="3369832"/>
            <a:ext cx="3460437" cy="629443"/>
          </a:xfrm>
          <a:prstGeom prst="rect">
            <a:avLst/>
          </a:prstGeom>
        </p:spPr>
        <p:txBody>
          <a:bodyPr lIns="0" tIns="0" rIns="0" bIns="0" rtlCol="0" anchor="t">
            <a:spAutoFit/>
          </a:bodyPr>
          <a:lstStyle/>
          <a:p>
            <a:pPr algn="ctr">
              <a:lnSpc>
                <a:spcPts val="4418"/>
              </a:lnSpc>
            </a:pPr>
            <a:r>
              <a:rPr lang="en-US" sz="4374" b="1" spc="-218">
                <a:solidFill>
                  <a:srgbClr val="FFFFFF"/>
                </a:solidFill>
                <a:latin typeface="Telegraf Bold"/>
                <a:ea typeface="Telegraf Bold"/>
                <a:cs typeface="Telegraf Bold"/>
                <a:sym typeface="Telegraf Bold"/>
              </a:rPr>
              <a:t>124.000</a:t>
            </a:r>
          </a:p>
        </p:txBody>
      </p:sp>
      <p:sp>
        <p:nvSpPr>
          <p:cNvPr id="36" name="TextBox 36"/>
          <p:cNvSpPr txBox="1"/>
          <p:nvPr/>
        </p:nvSpPr>
        <p:spPr>
          <a:xfrm>
            <a:off x="13353222" y="3369832"/>
            <a:ext cx="3460437" cy="629443"/>
          </a:xfrm>
          <a:prstGeom prst="rect">
            <a:avLst/>
          </a:prstGeom>
        </p:spPr>
        <p:txBody>
          <a:bodyPr lIns="0" tIns="0" rIns="0" bIns="0" rtlCol="0" anchor="t">
            <a:spAutoFit/>
          </a:bodyPr>
          <a:lstStyle/>
          <a:p>
            <a:pPr algn="ctr">
              <a:lnSpc>
                <a:spcPts val="4418"/>
              </a:lnSpc>
            </a:pPr>
            <a:r>
              <a:rPr lang="en-US" sz="4374" b="1" spc="-218">
                <a:solidFill>
                  <a:srgbClr val="FFFFFF"/>
                </a:solidFill>
                <a:latin typeface="Telegraf Bold"/>
                <a:ea typeface="Telegraf Bold"/>
                <a:cs typeface="Telegraf Bold"/>
                <a:sym typeface="Telegraf Bold"/>
              </a:rPr>
              <a:t>#3</a:t>
            </a:r>
          </a:p>
        </p:txBody>
      </p:sp>
      <p:sp>
        <p:nvSpPr>
          <p:cNvPr id="37" name="TextBox 37"/>
          <p:cNvSpPr txBox="1"/>
          <p:nvPr/>
        </p:nvSpPr>
        <p:spPr>
          <a:xfrm>
            <a:off x="8676077" y="5486726"/>
            <a:ext cx="3460437" cy="629443"/>
          </a:xfrm>
          <a:prstGeom prst="rect">
            <a:avLst/>
          </a:prstGeom>
        </p:spPr>
        <p:txBody>
          <a:bodyPr lIns="0" tIns="0" rIns="0" bIns="0" rtlCol="0" anchor="t">
            <a:spAutoFit/>
          </a:bodyPr>
          <a:lstStyle/>
          <a:p>
            <a:pPr algn="ctr">
              <a:lnSpc>
                <a:spcPts val="4418"/>
              </a:lnSpc>
            </a:pPr>
            <a:r>
              <a:rPr lang="en-US" sz="4374" b="1" spc="-218">
                <a:solidFill>
                  <a:srgbClr val="FFFFFF"/>
                </a:solidFill>
                <a:latin typeface="Telegraf Bold"/>
                <a:ea typeface="Telegraf Bold"/>
                <a:cs typeface="Telegraf Bold"/>
                <a:sym typeface="Telegraf Bold"/>
              </a:rPr>
              <a:t>50.000</a:t>
            </a:r>
          </a:p>
        </p:txBody>
      </p:sp>
      <p:sp>
        <p:nvSpPr>
          <p:cNvPr id="38" name="TextBox 38"/>
          <p:cNvSpPr txBox="1"/>
          <p:nvPr/>
        </p:nvSpPr>
        <p:spPr>
          <a:xfrm>
            <a:off x="13353222" y="5486726"/>
            <a:ext cx="3460437" cy="629443"/>
          </a:xfrm>
          <a:prstGeom prst="rect">
            <a:avLst/>
          </a:prstGeom>
        </p:spPr>
        <p:txBody>
          <a:bodyPr lIns="0" tIns="0" rIns="0" bIns="0" rtlCol="0" anchor="t">
            <a:spAutoFit/>
          </a:bodyPr>
          <a:lstStyle/>
          <a:p>
            <a:pPr algn="ctr">
              <a:lnSpc>
                <a:spcPts val="4418"/>
              </a:lnSpc>
            </a:pPr>
            <a:r>
              <a:rPr lang="en-US" sz="4374" b="1" spc="-218">
                <a:solidFill>
                  <a:srgbClr val="FFFFFF"/>
                </a:solidFill>
                <a:latin typeface="Telegraf Bold"/>
                <a:ea typeface="Telegraf Bold"/>
                <a:cs typeface="Telegraf Bold"/>
                <a:sym typeface="Telegraf Bold"/>
              </a:rPr>
              <a:t>1.230</a:t>
            </a:r>
          </a:p>
        </p:txBody>
      </p:sp>
      <p:grpSp>
        <p:nvGrpSpPr>
          <p:cNvPr id="39" name="Group 39"/>
          <p:cNvGrpSpPr/>
          <p:nvPr/>
        </p:nvGrpSpPr>
        <p:grpSpPr>
          <a:xfrm>
            <a:off x="8230436" y="7149141"/>
            <a:ext cx="4351719" cy="1754321"/>
            <a:chOff x="0" y="0"/>
            <a:chExt cx="1146132" cy="462043"/>
          </a:xfrm>
        </p:grpSpPr>
        <p:sp>
          <p:nvSpPr>
            <p:cNvPr id="40" name="Freeform 40"/>
            <p:cNvSpPr/>
            <p:nvPr/>
          </p:nvSpPr>
          <p:spPr>
            <a:xfrm>
              <a:off x="0" y="0"/>
              <a:ext cx="1146132" cy="462043"/>
            </a:xfrm>
            <a:custGeom>
              <a:avLst/>
              <a:gdLst/>
              <a:ahLst/>
              <a:cxnLst/>
              <a:rect l="l" t="t" r="r" b="b"/>
              <a:pathLst>
                <a:path w="1146132" h="462043">
                  <a:moveTo>
                    <a:pt x="0" y="0"/>
                  </a:moveTo>
                  <a:lnTo>
                    <a:pt x="1146132" y="0"/>
                  </a:lnTo>
                  <a:lnTo>
                    <a:pt x="1146132" y="462043"/>
                  </a:lnTo>
                  <a:lnTo>
                    <a:pt x="0" y="462043"/>
                  </a:lnTo>
                  <a:close/>
                </a:path>
              </a:pathLst>
            </a:custGeom>
            <a:solidFill>
              <a:srgbClr val="303031"/>
            </a:solidFill>
          </p:spPr>
          <p:txBody>
            <a:bodyPr/>
            <a:lstStyle/>
            <a:p>
              <a:endParaRPr lang="zh-CN" altLang="en-US"/>
            </a:p>
          </p:txBody>
        </p:sp>
        <p:sp>
          <p:nvSpPr>
            <p:cNvPr id="41" name="TextBox 41"/>
            <p:cNvSpPr txBox="1"/>
            <p:nvPr/>
          </p:nvSpPr>
          <p:spPr>
            <a:xfrm>
              <a:off x="0" y="-47625"/>
              <a:ext cx="1146132" cy="509668"/>
            </a:xfrm>
            <a:prstGeom prst="rect">
              <a:avLst/>
            </a:prstGeom>
          </p:spPr>
          <p:txBody>
            <a:bodyPr lIns="50800" tIns="50800" rIns="50800" bIns="50800" rtlCol="0" anchor="ctr"/>
            <a:lstStyle/>
            <a:p>
              <a:pPr algn="ctr">
                <a:lnSpc>
                  <a:spcPts val="2800"/>
                </a:lnSpc>
              </a:pPr>
              <a:endParaRPr/>
            </a:p>
          </p:txBody>
        </p:sp>
      </p:grpSp>
      <p:grpSp>
        <p:nvGrpSpPr>
          <p:cNvPr id="42" name="Group 42"/>
          <p:cNvGrpSpPr/>
          <p:nvPr/>
        </p:nvGrpSpPr>
        <p:grpSpPr>
          <a:xfrm>
            <a:off x="12907581" y="7149141"/>
            <a:ext cx="4351719" cy="1754321"/>
            <a:chOff x="0" y="0"/>
            <a:chExt cx="1146132" cy="462043"/>
          </a:xfrm>
        </p:grpSpPr>
        <p:sp>
          <p:nvSpPr>
            <p:cNvPr id="43" name="Freeform 43"/>
            <p:cNvSpPr/>
            <p:nvPr/>
          </p:nvSpPr>
          <p:spPr>
            <a:xfrm>
              <a:off x="0" y="0"/>
              <a:ext cx="1146132" cy="462043"/>
            </a:xfrm>
            <a:custGeom>
              <a:avLst/>
              <a:gdLst/>
              <a:ahLst/>
              <a:cxnLst/>
              <a:rect l="l" t="t" r="r" b="b"/>
              <a:pathLst>
                <a:path w="1146132" h="462043">
                  <a:moveTo>
                    <a:pt x="0" y="0"/>
                  </a:moveTo>
                  <a:lnTo>
                    <a:pt x="1146132" y="0"/>
                  </a:lnTo>
                  <a:lnTo>
                    <a:pt x="1146132" y="462043"/>
                  </a:lnTo>
                  <a:lnTo>
                    <a:pt x="0" y="462043"/>
                  </a:lnTo>
                  <a:close/>
                </a:path>
              </a:pathLst>
            </a:custGeom>
            <a:solidFill>
              <a:srgbClr val="303031"/>
            </a:solidFill>
          </p:spPr>
          <p:txBody>
            <a:bodyPr/>
            <a:lstStyle/>
            <a:p>
              <a:endParaRPr lang="zh-CN" altLang="en-US"/>
            </a:p>
          </p:txBody>
        </p:sp>
        <p:sp>
          <p:nvSpPr>
            <p:cNvPr id="44" name="TextBox 44"/>
            <p:cNvSpPr txBox="1"/>
            <p:nvPr/>
          </p:nvSpPr>
          <p:spPr>
            <a:xfrm>
              <a:off x="0" y="-47625"/>
              <a:ext cx="1146132" cy="509668"/>
            </a:xfrm>
            <a:prstGeom prst="rect">
              <a:avLst/>
            </a:prstGeom>
          </p:spPr>
          <p:txBody>
            <a:bodyPr lIns="50800" tIns="50800" rIns="50800" bIns="50800" rtlCol="0" anchor="ctr"/>
            <a:lstStyle/>
            <a:p>
              <a:pPr algn="ctr">
                <a:lnSpc>
                  <a:spcPts val="2800"/>
                </a:lnSpc>
              </a:pPr>
              <a:endParaRPr/>
            </a:p>
          </p:txBody>
        </p:sp>
      </p:grpSp>
      <p:sp>
        <p:nvSpPr>
          <p:cNvPr id="45" name="TextBox 45"/>
          <p:cNvSpPr txBox="1"/>
          <p:nvPr/>
        </p:nvSpPr>
        <p:spPr>
          <a:xfrm>
            <a:off x="9005786" y="8194963"/>
            <a:ext cx="2801018" cy="273685"/>
          </a:xfrm>
          <a:prstGeom prst="rect">
            <a:avLst/>
          </a:prstGeom>
        </p:spPr>
        <p:txBody>
          <a:bodyPr lIns="0" tIns="0" rIns="0" bIns="0" rtlCol="0" anchor="t">
            <a:spAutoFit/>
          </a:bodyPr>
          <a:lstStyle/>
          <a:p>
            <a:pPr algn="ctr">
              <a:lnSpc>
                <a:spcPts val="2240"/>
              </a:lnSpc>
            </a:pPr>
            <a:r>
              <a:rPr lang="en-US" sz="1600" b="1">
                <a:solidFill>
                  <a:srgbClr val="FFFFFF"/>
                </a:solidFill>
                <a:latin typeface="Neue Montreal Medium"/>
                <a:ea typeface="Neue Montreal Medium"/>
                <a:cs typeface="Neue Montreal Medium"/>
                <a:sym typeface="Neue Montreal Medium"/>
              </a:rPr>
              <a:t>Average Price Product</a:t>
            </a:r>
          </a:p>
        </p:txBody>
      </p:sp>
      <p:sp>
        <p:nvSpPr>
          <p:cNvPr id="46" name="TextBox 46"/>
          <p:cNvSpPr txBox="1"/>
          <p:nvPr/>
        </p:nvSpPr>
        <p:spPr>
          <a:xfrm>
            <a:off x="13682931" y="8194963"/>
            <a:ext cx="2801018" cy="273685"/>
          </a:xfrm>
          <a:prstGeom prst="rect">
            <a:avLst/>
          </a:prstGeom>
        </p:spPr>
        <p:txBody>
          <a:bodyPr lIns="0" tIns="0" rIns="0" bIns="0" rtlCol="0" anchor="t">
            <a:spAutoFit/>
          </a:bodyPr>
          <a:lstStyle/>
          <a:p>
            <a:pPr algn="ctr">
              <a:lnSpc>
                <a:spcPts val="2240"/>
              </a:lnSpc>
            </a:pPr>
            <a:r>
              <a:rPr lang="en-US" sz="1600" b="1">
                <a:solidFill>
                  <a:srgbClr val="FFFFFF"/>
                </a:solidFill>
                <a:latin typeface="Neue Montreal Medium"/>
                <a:ea typeface="Neue Montreal Medium"/>
                <a:cs typeface="Neue Montreal Medium"/>
                <a:sym typeface="Neue Montreal Medium"/>
              </a:rPr>
              <a:t>Average Price Class</a:t>
            </a:r>
          </a:p>
        </p:txBody>
      </p:sp>
      <p:sp>
        <p:nvSpPr>
          <p:cNvPr id="47" name="TextBox 47"/>
          <p:cNvSpPr txBox="1"/>
          <p:nvPr/>
        </p:nvSpPr>
        <p:spPr>
          <a:xfrm>
            <a:off x="8676077" y="7603620"/>
            <a:ext cx="3460437" cy="629443"/>
          </a:xfrm>
          <a:prstGeom prst="rect">
            <a:avLst/>
          </a:prstGeom>
        </p:spPr>
        <p:txBody>
          <a:bodyPr lIns="0" tIns="0" rIns="0" bIns="0" rtlCol="0" anchor="t">
            <a:spAutoFit/>
          </a:bodyPr>
          <a:lstStyle/>
          <a:p>
            <a:pPr algn="ctr">
              <a:lnSpc>
                <a:spcPts val="4418"/>
              </a:lnSpc>
            </a:pPr>
            <a:r>
              <a:rPr lang="en-US" sz="4374" b="1" spc="-218">
                <a:solidFill>
                  <a:srgbClr val="FFFFFF"/>
                </a:solidFill>
                <a:latin typeface="Telegraf Bold"/>
                <a:ea typeface="Telegraf Bold"/>
                <a:cs typeface="Telegraf Bold"/>
                <a:sym typeface="Telegraf Bold"/>
              </a:rPr>
              <a:t>$25</a:t>
            </a:r>
          </a:p>
        </p:txBody>
      </p:sp>
      <p:sp>
        <p:nvSpPr>
          <p:cNvPr id="48" name="TextBox 48"/>
          <p:cNvSpPr txBox="1"/>
          <p:nvPr/>
        </p:nvSpPr>
        <p:spPr>
          <a:xfrm>
            <a:off x="13353222" y="7603620"/>
            <a:ext cx="3460437" cy="629443"/>
          </a:xfrm>
          <a:prstGeom prst="rect">
            <a:avLst/>
          </a:prstGeom>
        </p:spPr>
        <p:txBody>
          <a:bodyPr lIns="0" tIns="0" rIns="0" bIns="0" rtlCol="0" anchor="t">
            <a:spAutoFit/>
          </a:bodyPr>
          <a:lstStyle/>
          <a:p>
            <a:pPr algn="ctr">
              <a:lnSpc>
                <a:spcPts val="4418"/>
              </a:lnSpc>
            </a:pPr>
            <a:r>
              <a:rPr lang="en-US" sz="4374" b="1" spc="-218">
                <a:solidFill>
                  <a:srgbClr val="FFFFFF"/>
                </a:solidFill>
                <a:latin typeface="Telegraf Bold"/>
                <a:ea typeface="Telegraf Bold"/>
                <a:cs typeface="Telegraf Bold"/>
                <a:sym typeface="Telegraf Bold"/>
              </a:rPr>
              <a:t>$55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1444978" cy="812800"/>
          </a:xfrm>
        </p:grpSpPr>
        <p:sp>
          <p:nvSpPr>
            <p:cNvPr id="3" name="Freeform 3"/>
            <p:cNvSpPr/>
            <p:nvPr/>
          </p:nvSpPr>
          <p:spPr>
            <a:xfrm>
              <a:off x="0" y="0"/>
              <a:ext cx="1444978" cy="812800"/>
            </a:xfrm>
            <a:custGeom>
              <a:avLst/>
              <a:gdLst/>
              <a:ahLst/>
              <a:cxnLst/>
              <a:rect l="l" t="t" r="r" b="b"/>
              <a:pathLst>
                <a:path w="1444978" h="812800">
                  <a:moveTo>
                    <a:pt x="0" y="0"/>
                  </a:moveTo>
                  <a:lnTo>
                    <a:pt x="1444978" y="0"/>
                  </a:lnTo>
                  <a:lnTo>
                    <a:pt x="1444978" y="812800"/>
                  </a:lnTo>
                  <a:lnTo>
                    <a:pt x="0" y="812800"/>
                  </a:lnTo>
                  <a:close/>
                </a:path>
              </a:pathLst>
            </a:custGeom>
            <a:blipFill>
              <a:blip r:embed="rId2"/>
              <a:stretch>
                <a:fillRect l="-6249" r="-43791" b="-33370"/>
              </a:stretch>
            </a:blipFill>
          </p:spPr>
          <p:txBody>
            <a:bodyPr/>
            <a:lstStyle/>
            <a:p>
              <a:endParaRPr lang="zh-CN" altLang="en-US"/>
            </a:p>
          </p:txBody>
        </p:sp>
      </p:grpSp>
      <p:sp>
        <p:nvSpPr>
          <p:cNvPr id="4" name="Freeform 4"/>
          <p:cNvSpPr/>
          <p:nvPr/>
        </p:nvSpPr>
        <p:spPr>
          <a:xfrm>
            <a:off x="5420732" y="-8428468"/>
            <a:ext cx="18284069" cy="18485731"/>
          </a:xfrm>
          <a:custGeom>
            <a:avLst/>
            <a:gdLst/>
            <a:ahLst/>
            <a:cxnLst/>
            <a:rect l="l" t="t" r="r" b="b"/>
            <a:pathLst>
              <a:path w="18284069" h="18485731">
                <a:moveTo>
                  <a:pt x="0" y="0"/>
                </a:moveTo>
                <a:lnTo>
                  <a:pt x="18284069" y="0"/>
                </a:lnTo>
                <a:lnTo>
                  <a:pt x="18284069" y="18485732"/>
                </a:lnTo>
                <a:lnTo>
                  <a:pt x="0" y="18485732"/>
                </a:lnTo>
                <a:lnTo>
                  <a:pt x="0" y="0"/>
                </a:lnTo>
                <a:close/>
              </a:path>
            </a:pathLst>
          </a:custGeom>
          <a:blipFill>
            <a:blip r:embed="rId3"/>
            <a:stretch>
              <a:fillRect/>
            </a:stretch>
          </a:blipFill>
        </p:spPr>
        <p:txBody>
          <a:bodyPr/>
          <a:lstStyle/>
          <a:p>
            <a:endParaRPr lang="zh-CN" altLang="en-US"/>
          </a:p>
        </p:txBody>
      </p:sp>
      <p:grpSp>
        <p:nvGrpSpPr>
          <p:cNvPr id="5" name="Group 5"/>
          <p:cNvGrpSpPr/>
          <p:nvPr/>
        </p:nvGrpSpPr>
        <p:grpSpPr>
          <a:xfrm>
            <a:off x="-2960946" y="910402"/>
            <a:ext cx="11943021" cy="9146862"/>
            <a:chOff x="0" y="0"/>
            <a:chExt cx="15924028" cy="12195816"/>
          </a:xfrm>
        </p:grpSpPr>
        <p:sp>
          <p:nvSpPr>
            <p:cNvPr id="6" name="Freeform 6"/>
            <p:cNvSpPr/>
            <p:nvPr/>
          </p:nvSpPr>
          <p:spPr>
            <a:xfrm>
              <a:off x="7478426" y="0"/>
              <a:ext cx="8445603" cy="12195816"/>
            </a:xfrm>
            <a:custGeom>
              <a:avLst/>
              <a:gdLst/>
              <a:ahLst/>
              <a:cxnLst/>
              <a:rect l="l" t="t" r="r" b="b"/>
              <a:pathLst>
                <a:path w="8445603" h="12195816">
                  <a:moveTo>
                    <a:pt x="0" y="0"/>
                  </a:moveTo>
                  <a:lnTo>
                    <a:pt x="8445602" y="0"/>
                  </a:lnTo>
                  <a:lnTo>
                    <a:pt x="8445602" y="12195816"/>
                  </a:lnTo>
                  <a:lnTo>
                    <a:pt x="0" y="1219581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CN" altLang="en-US"/>
            </a:p>
          </p:txBody>
        </p:sp>
        <p:sp>
          <p:nvSpPr>
            <p:cNvPr id="7" name="Freeform 7"/>
            <p:cNvSpPr/>
            <p:nvPr/>
          </p:nvSpPr>
          <p:spPr>
            <a:xfrm>
              <a:off x="0" y="0"/>
              <a:ext cx="8780988" cy="12195816"/>
            </a:xfrm>
            <a:custGeom>
              <a:avLst/>
              <a:gdLst/>
              <a:ahLst/>
              <a:cxnLst/>
              <a:rect l="l" t="t" r="r" b="b"/>
              <a:pathLst>
                <a:path w="8780988" h="12195816">
                  <a:moveTo>
                    <a:pt x="0" y="0"/>
                  </a:moveTo>
                  <a:lnTo>
                    <a:pt x="8780988" y="0"/>
                  </a:lnTo>
                  <a:lnTo>
                    <a:pt x="8780988" y="12195816"/>
                  </a:lnTo>
                  <a:lnTo>
                    <a:pt x="0" y="1219581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CN" altLang="en-US"/>
            </a:p>
          </p:txBody>
        </p:sp>
      </p:grpSp>
      <p:sp>
        <p:nvSpPr>
          <p:cNvPr id="8" name="Freeform 8"/>
          <p:cNvSpPr/>
          <p:nvPr/>
        </p:nvSpPr>
        <p:spPr>
          <a:xfrm>
            <a:off x="-4977621" y="2145347"/>
            <a:ext cx="18284069" cy="18485731"/>
          </a:xfrm>
          <a:custGeom>
            <a:avLst/>
            <a:gdLst/>
            <a:ahLst/>
            <a:cxnLst/>
            <a:rect l="l" t="t" r="r" b="b"/>
            <a:pathLst>
              <a:path w="18284069" h="18485731">
                <a:moveTo>
                  <a:pt x="0" y="0"/>
                </a:moveTo>
                <a:lnTo>
                  <a:pt x="18284069" y="0"/>
                </a:lnTo>
                <a:lnTo>
                  <a:pt x="18284069" y="18485731"/>
                </a:lnTo>
                <a:lnTo>
                  <a:pt x="0" y="18485731"/>
                </a:lnTo>
                <a:lnTo>
                  <a:pt x="0" y="0"/>
                </a:lnTo>
                <a:close/>
              </a:path>
            </a:pathLst>
          </a:custGeom>
          <a:blipFill>
            <a:blip r:embed="rId3"/>
            <a:stretch>
              <a:fillRect/>
            </a:stretch>
          </a:blipFill>
        </p:spPr>
        <p:txBody>
          <a:bodyPr/>
          <a:lstStyle/>
          <a:p>
            <a:endParaRPr lang="zh-CN" altLang="en-US"/>
          </a:p>
        </p:txBody>
      </p:sp>
      <p:sp>
        <p:nvSpPr>
          <p:cNvPr id="9" name="TextBox 9"/>
          <p:cNvSpPr txBox="1"/>
          <p:nvPr/>
        </p:nvSpPr>
        <p:spPr>
          <a:xfrm>
            <a:off x="9144000" y="871548"/>
            <a:ext cx="8778396" cy="4891421"/>
          </a:xfrm>
          <a:prstGeom prst="rect">
            <a:avLst/>
          </a:prstGeom>
        </p:spPr>
        <p:txBody>
          <a:bodyPr lIns="0" tIns="0" rIns="0" bIns="0" rtlCol="0" anchor="t">
            <a:spAutoFit/>
          </a:bodyPr>
          <a:lstStyle/>
          <a:p>
            <a:pPr algn="l">
              <a:lnSpc>
                <a:spcPts val="18116"/>
              </a:lnSpc>
            </a:pPr>
            <a:r>
              <a:rPr lang="en-US" sz="17937" b="1" spc="-896">
                <a:solidFill>
                  <a:srgbClr val="FFFFFF"/>
                </a:solidFill>
                <a:latin typeface="Telegraf Bold"/>
                <a:ea typeface="Telegraf Bold"/>
                <a:cs typeface="Telegraf Bold"/>
                <a:sym typeface="Telegraf Bold"/>
              </a:rPr>
              <a:t>Targer</a:t>
            </a:r>
          </a:p>
          <a:p>
            <a:pPr algn="l">
              <a:lnSpc>
                <a:spcPts val="18116"/>
              </a:lnSpc>
            </a:pPr>
            <a:r>
              <a:rPr lang="en-US" sz="17937" b="1" spc="-896">
                <a:solidFill>
                  <a:srgbClr val="FFFFFF"/>
                </a:solidFill>
                <a:latin typeface="Telegraf Bold"/>
                <a:ea typeface="Telegraf Bold"/>
                <a:cs typeface="Telegraf Bold"/>
                <a:sym typeface="Telegraf Bold"/>
              </a:rPr>
              <a:t>Market</a:t>
            </a:r>
          </a:p>
        </p:txBody>
      </p:sp>
      <p:sp>
        <p:nvSpPr>
          <p:cNvPr id="10" name="Freeform 10"/>
          <p:cNvSpPr/>
          <p:nvPr/>
        </p:nvSpPr>
        <p:spPr>
          <a:xfrm>
            <a:off x="-5243102" y="-5085065"/>
            <a:ext cx="14639105" cy="14800565"/>
          </a:xfrm>
          <a:custGeom>
            <a:avLst/>
            <a:gdLst/>
            <a:ahLst/>
            <a:cxnLst/>
            <a:rect l="l" t="t" r="r" b="b"/>
            <a:pathLst>
              <a:path w="14639105" h="14800565">
                <a:moveTo>
                  <a:pt x="0" y="0"/>
                </a:moveTo>
                <a:lnTo>
                  <a:pt x="14639104" y="0"/>
                </a:lnTo>
                <a:lnTo>
                  <a:pt x="14639104" y="14800565"/>
                </a:lnTo>
                <a:lnTo>
                  <a:pt x="0" y="14800565"/>
                </a:lnTo>
                <a:lnTo>
                  <a:pt x="0" y="0"/>
                </a:lnTo>
                <a:close/>
              </a:path>
            </a:pathLst>
          </a:custGeom>
          <a:blipFill>
            <a:blip r:embed="rId6">
              <a:alphaModFix amt="55000"/>
            </a:blip>
            <a:stretch>
              <a:fillRect/>
            </a:stretch>
          </a:blipFill>
        </p:spPr>
        <p:txBody>
          <a:bodyPr/>
          <a:lstStyle/>
          <a:p>
            <a:endParaRPr lang="zh-CN" altLang="en-US"/>
          </a:p>
        </p:txBody>
      </p:sp>
      <p:sp>
        <p:nvSpPr>
          <p:cNvPr id="11" name="Freeform 11"/>
          <p:cNvSpPr/>
          <p:nvPr/>
        </p:nvSpPr>
        <p:spPr>
          <a:xfrm>
            <a:off x="9144000" y="5922401"/>
            <a:ext cx="355368" cy="339376"/>
          </a:xfrm>
          <a:custGeom>
            <a:avLst/>
            <a:gdLst/>
            <a:ahLst/>
            <a:cxnLst/>
            <a:rect l="l" t="t" r="r" b="b"/>
            <a:pathLst>
              <a:path w="355368" h="339376">
                <a:moveTo>
                  <a:pt x="0" y="0"/>
                </a:moveTo>
                <a:lnTo>
                  <a:pt x="355368" y="0"/>
                </a:lnTo>
                <a:lnTo>
                  <a:pt x="355368" y="339376"/>
                </a:lnTo>
                <a:lnTo>
                  <a:pt x="0" y="339376"/>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zh-CN" altLang="en-US"/>
          </a:p>
        </p:txBody>
      </p:sp>
      <p:sp>
        <p:nvSpPr>
          <p:cNvPr id="12" name="Freeform 12"/>
          <p:cNvSpPr/>
          <p:nvPr/>
        </p:nvSpPr>
        <p:spPr>
          <a:xfrm>
            <a:off x="9144000" y="7860761"/>
            <a:ext cx="355368" cy="339376"/>
          </a:xfrm>
          <a:custGeom>
            <a:avLst/>
            <a:gdLst/>
            <a:ahLst/>
            <a:cxnLst/>
            <a:rect l="l" t="t" r="r" b="b"/>
            <a:pathLst>
              <a:path w="355368" h="339376">
                <a:moveTo>
                  <a:pt x="0" y="0"/>
                </a:moveTo>
                <a:lnTo>
                  <a:pt x="355368" y="0"/>
                </a:lnTo>
                <a:lnTo>
                  <a:pt x="355368" y="339376"/>
                </a:lnTo>
                <a:lnTo>
                  <a:pt x="0" y="339376"/>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zh-CN" altLang="en-US"/>
          </a:p>
        </p:txBody>
      </p:sp>
      <p:sp>
        <p:nvSpPr>
          <p:cNvPr id="13" name="Freeform 13"/>
          <p:cNvSpPr/>
          <p:nvPr/>
        </p:nvSpPr>
        <p:spPr>
          <a:xfrm>
            <a:off x="1209816" y="5221973"/>
            <a:ext cx="4036327" cy="4036327"/>
          </a:xfrm>
          <a:custGeom>
            <a:avLst/>
            <a:gdLst/>
            <a:ahLst/>
            <a:cxnLst/>
            <a:rect l="l" t="t" r="r" b="b"/>
            <a:pathLst>
              <a:path w="4036327" h="4036327">
                <a:moveTo>
                  <a:pt x="0" y="0"/>
                </a:moveTo>
                <a:lnTo>
                  <a:pt x="4036328" y="0"/>
                </a:lnTo>
                <a:lnTo>
                  <a:pt x="4036328" y="4036327"/>
                </a:lnTo>
                <a:lnTo>
                  <a:pt x="0" y="4036327"/>
                </a:lnTo>
                <a:lnTo>
                  <a:pt x="0" y="0"/>
                </a:lnTo>
                <a:close/>
              </a:path>
            </a:pathLst>
          </a:custGeom>
          <a:blipFill>
            <a:blip r:embed="rId8"/>
            <a:stretch>
              <a:fillRect/>
            </a:stretch>
          </a:blipFill>
        </p:spPr>
        <p:txBody>
          <a:bodyPr/>
          <a:lstStyle/>
          <a:p>
            <a:endParaRPr lang="zh-CN" altLang="en-US"/>
          </a:p>
        </p:txBody>
      </p:sp>
      <p:sp>
        <p:nvSpPr>
          <p:cNvPr id="14" name="Freeform 14"/>
          <p:cNvSpPr/>
          <p:nvPr/>
        </p:nvSpPr>
        <p:spPr>
          <a:xfrm>
            <a:off x="1209816" y="1028700"/>
            <a:ext cx="4036327" cy="4036327"/>
          </a:xfrm>
          <a:custGeom>
            <a:avLst/>
            <a:gdLst/>
            <a:ahLst/>
            <a:cxnLst/>
            <a:rect l="l" t="t" r="r" b="b"/>
            <a:pathLst>
              <a:path w="4036327" h="4036327">
                <a:moveTo>
                  <a:pt x="0" y="0"/>
                </a:moveTo>
                <a:lnTo>
                  <a:pt x="4036328" y="0"/>
                </a:lnTo>
                <a:lnTo>
                  <a:pt x="4036328" y="4036327"/>
                </a:lnTo>
                <a:lnTo>
                  <a:pt x="0" y="4036327"/>
                </a:lnTo>
                <a:lnTo>
                  <a:pt x="0" y="0"/>
                </a:lnTo>
                <a:close/>
              </a:path>
            </a:pathLst>
          </a:custGeom>
          <a:blipFill>
            <a:blip r:embed="rId8"/>
            <a:stretch>
              <a:fillRect/>
            </a:stretch>
          </a:blipFill>
        </p:spPr>
        <p:txBody>
          <a:bodyPr/>
          <a:lstStyle/>
          <a:p>
            <a:endParaRPr lang="zh-CN" altLang="en-US"/>
          </a:p>
        </p:txBody>
      </p:sp>
      <p:grpSp>
        <p:nvGrpSpPr>
          <p:cNvPr id="15" name="Group 15"/>
          <p:cNvGrpSpPr/>
          <p:nvPr/>
        </p:nvGrpSpPr>
        <p:grpSpPr>
          <a:xfrm>
            <a:off x="1514496" y="5640296"/>
            <a:ext cx="3386077" cy="3291969"/>
            <a:chOff x="0" y="0"/>
            <a:chExt cx="549980" cy="534695"/>
          </a:xfrm>
        </p:grpSpPr>
        <p:sp>
          <p:nvSpPr>
            <p:cNvPr id="16" name="Freeform 16"/>
            <p:cNvSpPr/>
            <p:nvPr/>
          </p:nvSpPr>
          <p:spPr>
            <a:xfrm>
              <a:off x="0" y="0"/>
              <a:ext cx="549980" cy="534694"/>
            </a:xfrm>
            <a:custGeom>
              <a:avLst/>
              <a:gdLst/>
              <a:ahLst/>
              <a:cxnLst/>
              <a:rect l="l" t="t" r="r" b="b"/>
              <a:pathLst>
                <a:path w="549980" h="534694">
                  <a:moveTo>
                    <a:pt x="0" y="0"/>
                  </a:moveTo>
                  <a:lnTo>
                    <a:pt x="549980" y="0"/>
                  </a:lnTo>
                  <a:lnTo>
                    <a:pt x="549980" y="534694"/>
                  </a:lnTo>
                  <a:lnTo>
                    <a:pt x="0" y="534694"/>
                  </a:lnTo>
                  <a:close/>
                </a:path>
              </a:pathLst>
            </a:custGeom>
            <a:blipFill>
              <a:blip r:embed="rId9"/>
              <a:stretch>
                <a:fillRect l="-22961" r="-22961"/>
              </a:stretch>
            </a:blipFill>
          </p:spPr>
          <p:txBody>
            <a:bodyPr/>
            <a:lstStyle/>
            <a:p>
              <a:endParaRPr lang="zh-CN" altLang="en-US"/>
            </a:p>
          </p:txBody>
        </p:sp>
      </p:grpSp>
      <p:grpSp>
        <p:nvGrpSpPr>
          <p:cNvPr id="17" name="Group 17"/>
          <p:cNvGrpSpPr/>
          <p:nvPr/>
        </p:nvGrpSpPr>
        <p:grpSpPr>
          <a:xfrm>
            <a:off x="1514496" y="1447024"/>
            <a:ext cx="3386077" cy="3291969"/>
            <a:chOff x="0" y="0"/>
            <a:chExt cx="549980" cy="534695"/>
          </a:xfrm>
        </p:grpSpPr>
        <p:sp>
          <p:nvSpPr>
            <p:cNvPr id="18" name="Freeform 18"/>
            <p:cNvSpPr/>
            <p:nvPr/>
          </p:nvSpPr>
          <p:spPr>
            <a:xfrm>
              <a:off x="0" y="0"/>
              <a:ext cx="549980" cy="534694"/>
            </a:xfrm>
            <a:custGeom>
              <a:avLst/>
              <a:gdLst/>
              <a:ahLst/>
              <a:cxnLst/>
              <a:rect l="l" t="t" r="r" b="b"/>
              <a:pathLst>
                <a:path w="549980" h="534694">
                  <a:moveTo>
                    <a:pt x="0" y="0"/>
                  </a:moveTo>
                  <a:lnTo>
                    <a:pt x="549980" y="0"/>
                  </a:lnTo>
                  <a:lnTo>
                    <a:pt x="549980" y="534694"/>
                  </a:lnTo>
                  <a:lnTo>
                    <a:pt x="0" y="534694"/>
                  </a:lnTo>
                  <a:close/>
                </a:path>
              </a:pathLst>
            </a:custGeom>
            <a:blipFill>
              <a:blip r:embed="rId10"/>
              <a:stretch>
                <a:fillRect l="-12221" r="-33701"/>
              </a:stretch>
            </a:blipFill>
          </p:spPr>
          <p:txBody>
            <a:bodyPr/>
            <a:lstStyle/>
            <a:p>
              <a:endParaRPr lang="zh-CN" altLang="en-US"/>
            </a:p>
          </p:txBody>
        </p:sp>
      </p:grpSp>
      <p:sp>
        <p:nvSpPr>
          <p:cNvPr id="19" name="TextBox 19"/>
          <p:cNvSpPr txBox="1"/>
          <p:nvPr/>
        </p:nvSpPr>
        <p:spPr>
          <a:xfrm>
            <a:off x="9661977" y="6384585"/>
            <a:ext cx="6660750" cy="935355"/>
          </a:xfrm>
          <a:prstGeom prst="rect">
            <a:avLst/>
          </a:prstGeom>
        </p:spPr>
        <p:txBody>
          <a:bodyPr lIns="0" tIns="0" rIns="0" bIns="0" rtlCol="0" anchor="t">
            <a:spAutoFit/>
          </a:bodyPr>
          <a:lstStyle/>
          <a:p>
            <a:pPr algn="l">
              <a:lnSpc>
                <a:spcPts val="2520"/>
              </a:lnSpc>
            </a:pPr>
            <a:r>
              <a:rPr lang="en-US" sz="1800" b="1">
                <a:solidFill>
                  <a:srgbClr val="FFFFFF"/>
                </a:solidFill>
                <a:latin typeface="Neue Montreal Medium"/>
                <a:ea typeface="Neue Montreal Medium"/>
                <a:cs typeface="Neue Montreal Medium"/>
                <a:sym typeface="Neue Montreal Medium"/>
              </a:rPr>
              <a:t>Lorem ipsum dolor sit amet, consectetur adipiscing elit. Praesent eleifend placerat consequat. Etiam tempor pulvinar nisi. Morbi consectetur, leo id suscipit ultricies, sapien ipsum vestibulum.</a:t>
            </a:r>
          </a:p>
        </p:txBody>
      </p:sp>
      <p:sp>
        <p:nvSpPr>
          <p:cNvPr id="20" name="TextBox 20"/>
          <p:cNvSpPr txBox="1"/>
          <p:nvPr/>
        </p:nvSpPr>
        <p:spPr>
          <a:xfrm>
            <a:off x="9661977" y="8322945"/>
            <a:ext cx="6660750" cy="935355"/>
          </a:xfrm>
          <a:prstGeom prst="rect">
            <a:avLst/>
          </a:prstGeom>
        </p:spPr>
        <p:txBody>
          <a:bodyPr lIns="0" tIns="0" rIns="0" bIns="0" rtlCol="0" anchor="t">
            <a:spAutoFit/>
          </a:bodyPr>
          <a:lstStyle/>
          <a:p>
            <a:pPr algn="l">
              <a:lnSpc>
                <a:spcPts val="2520"/>
              </a:lnSpc>
            </a:pPr>
            <a:r>
              <a:rPr lang="en-US" sz="1800" b="1">
                <a:solidFill>
                  <a:srgbClr val="FFFFFF"/>
                </a:solidFill>
                <a:latin typeface="Neue Montreal Medium"/>
                <a:ea typeface="Neue Montreal Medium"/>
                <a:cs typeface="Neue Montreal Medium"/>
                <a:sym typeface="Neue Montreal Medium"/>
              </a:rPr>
              <a:t>Lorem ipsum dolor sit amet, consectetur adipiscing elit. Praesent eleifend placerat consequat. Etiam tempor pulvinar nisi. Morbi consectetur, leo id suscipit ultricies, sapien ipsum vestibulum.</a:t>
            </a:r>
          </a:p>
        </p:txBody>
      </p:sp>
      <p:sp>
        <p:nvSpPr>
          <p:cNvPr id="21" name="TextBox 21"/>
          <p:cNvSpPr txBox="1"/>
          <p:nvPr/>
        </p:nvSpPr>
        <p:spPr>
          <a:xfrm>
            <a:off x="9661977" y="5867744"/>
            <a:ext cx="4353077" cy="467741"/>
          </a:xfrm>
          <a:prstGeom prst="rect">
            <a:avLst/>
          </a:prstGeom>
        </p:spPr>
        <p:txBody>
          <a:bodyPr lIns="0" tIns="0" rIns="0" bIns="0" rtlCol="0" anchor="t">
            <a:spAutoFit/>
          </a:bodyPr>
          <a:lstStyle/>
          <a:p>
            <a:pPr algn="l">
              <a:lnSpc>
                <a:spcPts val="3231"/>
              </a:lnSpc>
            </a:pPr>
            <a:r>
              <a:rPr lang="en-US" sz="3199" b="1" spc="-159">
                <a:solidFill>
                  <a:srgbClr val="FFFFFF"/>
                </a:solidFill>
                <a:latin typeface="Telegraf Bold"/>
                <a:ea typeface="Telegraf Bold"/>
                <a:cs typeface="Telegraf Bold"/>
                <a:sym typeface="Telegraf Bold"/>
              </a:rPr>
              <a:t>Target Market 1</a:t>
            </a:r>
          </a:p>
        </p:txBody>
      </p:sp>
      <p:sp>
        <p:nvSpPr>
          <p:cNvPr id="22" name="TextBox 22"/>
          <p:cNvSpPr txBox="1"/>
          <p:nvPr/>
        </p:nvSpPr>
        <p:spPr>
          <a:xfrm>
            <a:off x="9661977" y="7806104"/>
            <a:ext cx="4353077" cy="467741"/>
          </a:xfrm>
          <a:prstGeom prst="rect">
            <a:avLst/>
          </a:prstGeom>
        </p:spPr>
        <p:txBody>
          <a:bodyPr lIns="0" tIns="0" rIns="0" bIns="0" rtlCol="0" anchor="t">
            <a:spAutoFit/>
          </a:bodyPr>
          <a:lstStyle/>
          <a:p>
            <a:pPr algn="l">
              <a:lnSpc>
                <a:spcPts val="3231"/>
              </a:lnSpc>
            </a:pPr>
            <a:r>
              <a:rPr lang="en-US" sz="3199" b="1" spc="-159">
                <a:solidFill>
                  <a:srgbClr val="FFFFFF"/>
                </a:solidFill>
                <a:latin typeface="Telegraf Bold"/>
                <a:ea typeface="Telegraf Bold"/>
                <a:cs typeface="Telegraf Bold"/>
                <a:sym typeface="Telegraf Bold"/>
              </a:rPr>
              <a:t>Target Market 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zh-CN" altLang="en-US"/>
          </a:p>
        </p:txBody>
      </p:sp>
      <p:sp>
        <p:nvSpPr>
          <p:cNvPr id="3" name="TextBox 3"/>
          <p:cNvSpPr txBox="1"/>
          <p:nvPr/>
        </p:nvSpPr>
        <p:spPr>
          <a:xfrm>
            <a:off x="-2608214" y="7411671"/>
            <a:ext cx="23504427" cy="4112358"/>
          </a:xfrm>
          <a:prstGeom prst="rect">
            <a:avLst/>
          </a:prstGeom>
        </p:spPr>
        <p:txBody>
          <a:bodyPr lIns="0" tIns="0" rIns="0" bIns="0" rtlCol="0" anchor="t">
            <a:spAutoFit/>
          </a:bodyPr>
          <a:lstStyle/>
          <a:p>
            <a:pPr algn="ctr">
              <a:lnSpc>
                <a:spcPts val="28813"/>
              </a:lnSpc>
            </a:pPr>
            <a:r>
              <a:rPr lang="en-US" sz="28527" b="1" spc="-1426">
                <a:solidFill>
                  <a:srgbClr val="FFFFFF"/>
                </a:solidFill>
                <a:latin typeface="Telegraf Bold"/>
                <a:ea typeface="Telegraf Bold"/>
                <a:cs typeface="Telegraf Bold"/>
                <a:sym typeface="Telegraf Bold"/>
              </a:rPr>
              <a:t>Market Size</a:t>
            </a:r>
          </a:p>
        </p:txBody>
      </p:sp>
      <p:sp>
        <p:nvSpPr>
          <p:cNvPr id="4" name="Freeform 4"/>
          <p:cNvSpPr/>
          <p:nvPr/>
        </p:nvSpPr>
        <p:spPr>
          <a:xfrm>
            <a:off x="12757667" y="3717135"/>
            <a:ext cx="9003267" cy="9102567"/>
          </a:xfrm>
          <a:custGeom>
            <a:avLst/>
            <a:gdLst/>
            <a:ahLst/>
            <a:cxnLst/>
            <a:rect l="l" t="t" r="r" b="b"/>
            <a:pathLst>
              <a:path w="9003267" h="9102567">
                <a:moveTo>
                  <a:pt x="0" y="0"/>
                </a:moveTo>
                <a:lnTo>
                  <a:pt x="9003266" y="0"/>
                </a:lnTo>
                <a:lnTo>
                  <a:pt x="9003266" y="9102567"/>
                </a:lnTo>
                <a:lnTo>
                  <a:pt x="0" y="9102567"/>
                </a:lnTo>
                <a:lnTo>
                  <a:pt x="0" y="0"/>
                </a:lnTo>
                <a:close/>
              </a:path>
            </a:pathLst>
          </a:custGeom>
          <a:blipFill>
            <a:blip r:embed="rId3">
              <a:alphaModFix amt="55000"/>
            </a:blip>
            <a:stretch>
              <a:fillRect/>
            </a:stretch>
          </a:blipFill>
        </p:spPr>
        <p:txBody>
          <a:bodyPr/>
          <a:lstStyle/>
          <a:p>
            <a:endParaRPr lang="zh-CN" altLang="en-US"/>
          </a:p>
        </p:txBody>
      </p:sp>
      <p:sp>
        <p:nvSpPr>
          <p:cNvPr id="5" name="Freeform 5"/>
          <p:cNvSpPr/>
          <p:nvPr/>
        </p:nvSpPr>
        <p:spPr>
          <a:xfrm>
            <a:off x="-3472933" y="2631788"/>
            <a:ext cx="9003267" cy="9102567"/>
          </a:xfrm>
          <a:custGeom>
            <a:avLst/>
            <a:gdLst/>
            <a:ahLst/>
            <a:cxnLst/>
            <a:rect l="l" t="t" r="r" b="b"/>
            <a:pathLst>
              <a:path w="9003267" h="9102567">
                <a:moveTo>
                  <a:pt x="0" y="0"/>
                </a:moveTo>
                <a:lnTo>
                  <a:pt x="9003266" y="0"/>
                </a:lnTo>
                <a:lnTo>
                  <a:pt x="9003266" y="9102567"/>
                </a:lnTo>
                <a:lnTo>
                  <a:pt x="0" y="9102567"/>
                </a:lnTo>
                <a:lnTo>
                  <a:pt x="0" y="0"/>
                </a:lnTo>
                <a:close/>
              </a:path>
            </a:pathLst>
          </a:custGeom>
          <a:blipFill>
            <a:blip r:embed="rId4">
              <a:alphaModFix amt="55000"/>
            </a:blip>
            <a:stretch>
              <a:fillRect/>
            </a:stretch>
          </a:blipFill>
        </p:spPr>
        <p:txBody>
          <a:bodyPr/>
          <a:lstStyle/>
          <a:p>
            <a:endParaRPr lang="zh-CN" altLang="en-US"/>
          </a:p>
        </p:txBody>
      </p:sp>
      <p:grpSp>
        <p:nvGrpSpPr>
          <p:cNvPr id="6" name="Group 6"/>
          <p:cNvGrpSpPr/>
          <p:nvPr/>
        </p:nvGrpSpPr>
        <p:grpSpPr>
          <a:xfrm>
            <a:off x="11963567" y="-1063058"/>
            <a:ext cx="5875062" cy="4637318"/>
            <a:chOff x="0" y="0"/>
            <a:chExt cx="7833415" cy="6183090"/>
          </a:xfrm>
        </p:grpSpPr>
        <p:sp>
          <p:nvSpPr>
            <p:cNvPr id="7" name="Freeform 7"/>
            <p:cNvSpPr/>
            <p:nvPr/>
          </p:nvSpPr>
          <p:spPr>
            <a:xfrm>
              <a:off x="3650967" y="0"/>
              <a:ext cx="4182448" cy="6150659"/>
            </a:xfrm>
            <a:custGeom>
              <a:avLst/>
              <a:gdLst/>
              <a:ahLst/>
              <a:cxnLst/>
              <a:rect l="l" t="t" r="r" b="b"/>
              <a:pathLst>
                <a:path w="4182448" h="6150659">
                  <a:moveTo>
                    <a:pt x="0" y="0"/>
                  </a:moveTo>
                  <a:lnTo>
                    <a:pt x="4182448" y="0"/>
                  </a:lnTo>
                  <a:lnTo>
                    <a:pt x="4182448" y="6150659"/>
                  </a:lnTo>
                  <a:lnTo>
                    <a:pt x="0" y="6150659"/>
                  </a:lnTo>
                  <a:lnTo>
                    <a:pt x="0" y="0"/>
                  </a:lnTo>
                  <a:close/>
                </a:path>
              </a:pathLst>
            </a:custGeom>
            <a:blipFill>
              <a:blip>
                <a:alphaModFix amt="40000"/>
                <a:extLst>
                  <a:ext uri="{96DAC541-7B7A-43D3-8B79-37D633B846F1}">
                    <asvg:svgBlip xmlns:asvg="http://schemas.microsoft.com/office/drawing/2016/SVG/main" r:embed="rId5"/>
                  </a:ext>
                </a:extLst>
              </a:blip>
              <a:stretch>
                <a:fillRect/>
              </a:stretch>
            </a:blipFill>
          </p:spPr>
          <p:txBody>
            <a:bodyPr/>
            <a:lstStyle/>
            <a:p>
              <a:endParaRPr lang="zh-CN" altLang="en-US"/>
            </a:p>
          </p:txBody>
        </p:sp>
        <p:sp>
          <p:nvSpPr>
            <p:cNvPr id="8" name="Freeform 8"/>
            <p:cNvSpPr/>
            <p:nvPr/>
          </p:nvSpPr>
          <p:spPr>
            <a:xfrm>
              <a:off x="0" y="0"/>
              <a:ext cx="4451825" cy="6183090"/>
            </a:xfrm>
            <a:custGeom>
              <a:avLst/>
              <a:gdLst/>
              <a:ahLst/>
              <a:cxnLst/>
              <a:rect l="l" t="t" r="r" b="b"/>
              <a:pathLst>
                <a:path w="4451825" h="6183090">
                  <a:moveTo>
                    <a:pt x="0" y="0"/>
                  </a:moveTo>
                  <a:lnTo>
                    <a:pt x="4451825" y="0"/>
                  </a:lnTo>
                  <a:lnTo>
                    <a:pt x="4451825" y="6183090"/>
                  </a:lnTo>
                  <a:lnTo>
                    <a:pt x="0" y="6183090"/>
                  </a:lnTo>
                  <a:lnTo>
                    <a:pt x="0" y="0"/>
                  </a:lnTo>
                  <a:close/>
                </a:path>
              </a:pathLst>
            </a:custGeom>
            <a:blipFill>
              <a:blip>
                <a:alphaModFix amt="40000"/>
                <a:extLst>
                  <a:ext uri="{96DAC541-7B7A-43D3-8B79-37D633B846F1}">
                    <asvg:svgBlip xmlns:asvg="http://schemas.microsoft.com/office/drawing/2016/SVG/main" r:embed="rId6"/>
                  </a:ext>
                </a:extLst>
              </a:blip>
              <a:stretch>
                <a:fillRect/>
              </a:stretch>
            </a:blipFill>
          </p:spPr>
          <p:txBody>
            <a:bodyPr/>
            <a:lstStyle/>
            <a:p>
              <a:endParaRPr lang="zh-CN" altLang="en-US"/>
            </a:p>
          </p:txBody>
        </p:sp>
      </p:grpSp>
      <p:sp>
        <p:nvSpPr>
          <p:cNvPr id="9" name="Freeform 9"/>
          <p:cNvSpPr/>
          <p:nvPr/>
        </p:nvSpPr>
        <p:spPr>
          <a:xfrm>
            <a:off x="9790590" y="-7074738"/>
            <a:ext cx="18284069" cy="18485731"/>
          </a:xfrm>
          <a:custGeom>
            <a:avLst/>
            <a:gdLst/>
            <a:ahLst/>
            <a:cxnLst/>
            <a:rect l="l" t="t" r="r" b="b"/>
            <a:pathLst>
              <a:path w="18284069" h="18485731">
                <a:moveTo>
                  <a:pt x="0" y="0"/>
                </a:moveTo>
                <a:lnTo>
                  <a:pt x="18284069" y="0"/>
                </a:lnTo>
                <a:lnTo>
                  <a:pt x="18284069" y="18485731"/>
                </a:lnTo>
                <a:lnTo>
                  <a:pt x="0" y="18485731"/>
                </a:lnTo>
                <a:lnTo>
                  <a:pt x="0" y="0"/>
                </a:lnTo>
                <a:close/>
              </a:path>
            </a:pathLst>
          </a:custGeom>
          <a:blipFill>
            <a:blip r:embed="rId7"/>
            <a:stretch>
              <a:fillRect/>
            </a:stretch>
          </a:blipFill>
        </p:spPr>
        <p:txBody>
          <a:bodyPr/>
          <a:lstStyle/>
          <a:p>
            <a:endParaRPr lang="zh-CN" altLang="en-US"/>
          </a:p>
        </p:txBody>
      </p:sp>
      <p:pic>
        <p:nvPicPr>
          <p:cNvPr id="10" name="Picture 10"/>
          <p:cNvPicPr>
            <a:picLocks noChangeAspect="1"/>
          </p:cNvPicPr>
          <p:nvPr/>
        </p:nvPicPr>
        <p:blipFill>
          <a:blip r:embed="rId8"/>
          <a:stretch>
            <a:fillRect/>
          </a:stretch>
        </p:blipFill>
        <p:spPr>
          <a:xfrm>
            <a:off x="12071254" y="1779134"/>
            <a:ext cx="5659686" cy="5659686"/>
          </a:xfrm>
          <a:prstGeom prst="rect">
            <a:avLst/>
          </a:prstGeom>
        </p:spPr>
      </p:pic>
      <p:pic>
        <p:nvPicPr>
          <p:cNvPr id="11" name="Picture 11"/>
          <p:cNvPicPr>
            <a:picLocks noChangeAspect="1"/>
          </p:cNvPicPr>
          <p:nvPr/>
        </p:nvPicPr>
        <p:blipFill>
          <a:blip r:embed="rId9"/>
          <a:stretch>
            <a:fillRect/>
          </a:stretch>
        </p:blipFill>
        <p:spPr>
          <a:xfrm rot="5460780">
            <a:off x="598383" y="1737811"/>
            <a:ext cx="5659686" cy="5659686"/>
          </a:xfrm>
          <a:prstGeom prst="rect">
            <a:avLst/>
          </a:prstGeom>
        </p:spPr>
      </p:pic>
      <p:pic>
        <p:nvPicPr>
          <p:cNvPr id="12" name="Picture 12"/>
          <p:cNvPicPr>
            <a:picLocks noChangeAspect="1"/>
          </p:cNvPicPr>
          <p:nvPr/>
        </p:nvPicPr>
        <p:blipFill>
          <a:blip r:embed="rId10"/>
          <a:stretch>
            <a:fillRect/>
          </a:stretch>
        </p:blipFill>
        <p:spPr>
          <a:xfrm>
            <a:off x="6463866" y="1696488"/>
            <a:ext cx="5659686" cy="5659686"/>
          </a:xfrm>
          <a:prstGeom prst="rect">
            <a:avLst/>
          </a:prstGeom>
        </p:spPr>
      </p:pic>
      <p:sp>
        <p:nvSpPr>
          <p:cNvPr id="13" name="TextBox 13"/>
          <p:cNvSpPr txBox="1"/>
          <p:nvPr/>
        </p:nvSpPr>
        <p:spPr>
          <a:xfrm>
            <a:off x="1028700" y="660011"/>
            <a:ext cx="5656840" cy="349250"/>
          </a:xfrm>
          <a:prstGeom prst="rect">
            <a:avLst/>
          </a:prstGeom>
        </p:spPr>
        <p:txBody>
          <a:bodyPr lIns="0" tIns="0" rIns="0" bIns="0" rtlCol="0" anchor="t">
            <a:spAutoFit/>
          </a:bodyPr>
          <a:lstStyle/>
          <a:p>
            <a:pPr algn="l">
              <a:lnSpc>
                <a:spcPts val="2800"/>
              </a:lnSpc>
            </a:pPr>
            <a:r>
              <a:rPr lang="en-US" sz="2000" b="1">
                <a:solidFill>
                  <a:srgbClr val="FFFFFF"/>
                </a:solidFill>
                <a:latin typeface="Neue Montreal Medium"/>
                <a:ea typeface="Neue Montreal Medium"/>
                <a:cs typeface="Neue Montreal Medium"/>
                <a:sym typeface="Neue Montreal Medium"/>
              </a:rPr>
              <a:t>www.reallygreatsite.com</a:t>
            </a:r>
          </a:p>
        </p:txBody>
      </p:sp>
      <p:sp>
        <p:nvSpPr>
          <p:cNvPr id="14" name="TextBox 14"/>
          <p:cNvSpPr txBox="1"/>
          <p:nvPr/>
        </p:nvSpPr>
        <p:spPr>
          <a:xfrm>
            <a:off x="13521036" y="3772500"/>
            <a:ext cx="2760123" cy="673002"/>
          </a:xfrm>
          <a:prstGeom prst="rect">
            <a:avLst/>
          </a:prstGeom>
        </p:spPr>
        <p:txBody>
          <a:bodyPr lIns="0" tIns="0" rIns="0" bIns="0" rtlCol="0" anchor="t">
            <a:spAutoFit/>
          </a:bodyPr>
          <a:lstStyle/>
          <a:p>
            <a:pPr algn="ctr">
              <a:lnSpc>
                <a:spcPts val="5030"/>
              </a:lnSpc>
            </a:pPr>
            <a:r>
              <a:rPr lang="en-US" sz="3869" b="1">
                <a:solidFill>
                  <a:srgbClr val="FFFFFF"/>
                </a:solidFill>
                <a:latin typeface="Telegraf Ultra-Bold"/>
                <a:ea typeface="Telegraf Ultra-Bold"/>
                <a:cs typeface="Telegraf Ultra-Bold"/>
                <a:sym typeface="Telegraf Ultra-Bold"/>
              </a:rPr>
              <a:t>14 M</a:t>
            </a:r>
          </a:p>
        </p:txBody>
      </p:sp>
      <p:sp>
        <p:nvSpPr>
          <p:cNvPr id="15" name="TextBox 15"/>
          <p:cNvSpPr txBox="1"/>
          <p:nvPr/>
        </p:nvSpPr>
        <p:spPr>
          <a:xfrm>
            <a:off x="13521036" y="4528570"/>
            <a:ext cx="2760123" cy="811177"/>
          </a:xfrm>
          <a:prstGeom prst="rect">
            <a:avLst/>
          </a:prstGeom>
        </p:spPr>
        <p:txBody>
          <a:bodyPr lIns="0" tIns="0" rIns="0" bIns="0" rtlCol="0" anchor="t">
            <a:spAutoFit/>
          </a:bodyPr>
          <a:lstStyle/>
          <a:p>
            <a:pPr algn="ctr">
              <a:lnSpc>
                <a:spcPts val="3161"/>
              </a:lnSpc>
            </a:pPr>
            <a:r>
              <a:rPr lang="en-US" sz="2432" b="1">
                <a:solidFill>
                  <a:srgbClr val="FFFFFF"/>
                </a:solidFill>
                <a:latin typeface="Telegraf Bold"/>
                <a:ea typeface="Telegraf Bold"/>
                <a:cs typeface="Telegraf Bold"/>
                <a:sym typeface="Telegraf Bold"/>
              </a:rPr>
              <a:t>Serviceable Obtainable</a:t>
            </a:r>
          </a:p>
        </p:txBody>
      </p:sp>
      <p:sp>
        <p:nvSpPr>
          <p:cNvPr id="16" name="TextBox 16"/>
          <p:cNvSpPr txBox="1"/>
          <p:nvPr/>
        </p:nvSpPr>
        <p:spPr>
          <a:xfrm>
            <a:off x="2048165" y="3731177"/>
            <a:ext cx="2760123" cy="673002"/>
          </a:xfrm>
          <a:prstGeom prst="rect">
            <a:avLst/>
          </a:prstGeom>
        </p:spPr>
        <p:txBody>
          <a:bodyPr lIns="0" tIns="0" rIns="0" bIns="0" rtlCol="0" anchor="t">
            <a:spAutoFit/>
          </a:bodyPr>
          <a:lstStyle/>
          <a:p>
            <a:pPr algn="ctr">
              <a:lnSpc>
                <a:spcPts val="5030"/>
              </a:lnSpc>
            </a:pPr>
            <a:r>
              <a:rPr lang="en-US" sz="3869" b="1">
                <a:solidFill>
                  <a:srgbClr val="FFFFFF"/>
                </a:solidFill>
                <a:latin typeface="Telegraf Ultra-Bold"/>
                <a:ea typeface="Telegraf Ultra-Bold"/>
                <a:cs typeface="Telegraf Ultra-Bold"/>
                <a:sym typeface="Telegraf Ultra-Bold"/>
              </a:rPr>
              <a:t>35 M</a:t>
            </a:r>
          </a:p>
        </p:txBody>
      </p:sp>
      <p:sp>
        <p:nvSpPr>
          <p:cNvPr id="17" name="TextBox 17"/>
          <p:cNvSpPr txBox="1"/>
          <p:nvPr/>
        </p:nvSpPr>
        <p:spPr>
          <a:xfrm>
            <a:off x="7913647" y="3689854"/>
            <a:ext cx="2760123" cy="673002"/>
          </a:xfrm>
          <a:prstGeom prst="rect">
            <a:avLst/>
          </a:prstGeom>
        </p:spPr>
        <p:txBody>
          <a:bodyPr lIns="0" tIns="0" rIns="0" bIns="0" rtlCol="0" anchor="t">
            <a:spAutoFit/>
          </a:bodyPr>
          <a:lstStyle/>
          <a:p>
            <a:pPr algn="ctr">
              <a:lnSpc>
                <a:spcPts val="5030"/>
              </a:lnSpc>
            </a:pPr>
            <a:r>
              <a:rPr lang="en-US" sz="3869" b="1">
                <a:solidFill>
                  <a:srgbClr val="FFFFFF"/>
                </a:solidFill>
                <a:latin typeface="Telegraf Ultra-Bold"/>
                <a:ea typeface="Telegraf Ultra-Bold"/>
                <a:cs typeface="Telegraf Ultra-Bold"/>
                <a:sym typeface="Telegraf Ultra-Bold"/>
              </a:rPr>
              <a:t>1.4 B</a:t>
            </a:r>
          </a:p>
        </p:txBody>
      </p:sp>
      <p:sp>
        <p:nvSpPr>
          <p:cNvPr id="18" name="TextBox 18"/>
          <p:cNvSpPr txBox="1"/>
          <p:nvPr/>
        </p:nvSpPr>
        <p:spPr>
          <a:xfrm>
            <a:off x="2048165" y="4487246"/>
            <a:ext cx="2760123" cy="811177"/>
          </a:xfrm>
          <a:prstGeom prst="rect">
            <a:avLst/>
          </a:prstGeom>
        </p:spPr>
        <p:txBody>
          <a:bodyPr lIns="0" tIns="0" rIns="0" bIns="0" rtlCol="0" anchor="t">
            <a:spAutoFit/>
          </a:bodyPr>
          <a:lstStyle/>
          <a:p>
            <a:pPr algn="ctr">
              <a:lnSpc>
                <a:spcPts val="3161"/>
              </a:lnSpc>
            </a:pPr>
            <a:r>
              <a:rPr lang="en-US" sz="2432" b="1">
                <a:solidFill>
                  <a:srgbClr val="FFFFFF"/>
                </a:solidFill>
                <a:latin typeface="Telegraf Bold"/>
                <a:ea typeface="Telegraf Bold"/>
                <a:cs typeface="Telegraf Bold"/>
                <a:sym typeface="Telegraf Bold"/>
              </a:rPr>
              <a:t>Serviceable Available</a:t>
            </a:r>
          </a:p>
        </p:txBody>
      </p:sp>
      <p:sp>
        <p:nvSpPr>
          <p:cNvPr id="19" name="TextBox 19"/>
          <p:cNvSpPr txBox="1"/>
          <p:nvPr/>
        </p:nvSpPr>
        <p:spPr>
          <a:xfrm>
            <a:off x="7913647" y="4445923"/>
            <a:ext cx="2760123" cy="811177"/>
          </a:xfrm>
          <a:prstGeom prst="rect">
            <a:avLst/>
          </a:prstGeom>
        </p:spPr>
        <p:txBody>
          <a:bodyPr lIns="0" tIns="0" rIns="0" bIns="0" rtlCol="0" anchor="t">
            <a:spAutoFit/>
          </a:bodyPr>
          <a:lstStyle/>
          <a:p>
            <a:pPr algn="ctr">
              <a:lnSpc>
                <a:spcPts val="3161"/>
              </a:lnSpc>
            </a:pPr>
            <a:r>
              <a:rPr lang="en-US" sz="2432" b="1">
                <a:solidFill>
                  <a:srgbClr val="FFFFFF"/>
                </a:solidFill>
                <a:latin typeface="Telegraf Bold"/>
                <a:ea typeface="Telegraf Bold"/>
                <a:cs typeface="Telegraf Bold"/>
                <a:sym typeface="Telegraf Bold"/>
              </a:rPr>
              <a:t>Serviceable Available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1444978" cy="812800"/>
          </a:xfrm>
        </p:grpSpPr>
        <p:sp>
          <p:nvSpPr>
            <p:cNvPr id="3" name="Freeform 3"/>
            <p:cNvSpPr/>
            <p:nvPr/>
          </p:nvSpPr>
          <p:spPr>
            <a:xfrm>
              <a:off x="0" y="0"/>
              <a:ext cx="1444978" cy="812800"/>
            </a:xfrm>
            <a:custGeom>
              <a:avLst/>
              <a:gdLst/>
              <a:ahLst/>
              <a:cxnLst/>
              <a:rect l="l" t="t" r="r" b="b"/>
              <a:pathLst>
                <a:path w="1444978" h="812800">
                  <a:moveTo>
                    <a:pt x="0" y="0"/>
                  </a:moveTo>
                  <a:lnTo>
                    <a:pt x="1444978" y="0"/>
                  </a:lnTo>
                  <a:lnTo>
                    <a:pt x="1444978" y="812800"/>
                  </a:lnTo>
                  <a:lnTo>
                    <a:pt x="0" y="812800"/>
                  </a:lnTo>
                  <a:close/>
                </a:path>
              </a:pathLst>
            </a:custGeom>
            <a:blipFill>
              <a:blip r:embed="rId2">
                <a:alphaModFix amt="6000"/>
              </a:blip>
              <a:stretch>
                <a:fillRect l="-6249" r="-6249"/>
              </a:stretch>
            </a:blipFill>
          </p:spPr>
          <p:txBody>
            <a:bodyPr/>
            <a:lstStyle/>
            <a:p>
              <a:endParaRPr lang="zh-CN" altLang="en-US"/>
            </a:p>
          </p:txBody>
        </p:sp>
      </p:grpSp>
      <p:grpSp>
        <p:nvGrpSpPr>
          <p:cNvPr id="4" name="Group 4"/>
          <p:cNvGrpSpPr/>
          <p:nvPr/>
        </p:nvGrpSpPr>
        <p:grpSpPr>
          <a:xfrm>
            <a:off x="13866383" y="7103670"/>
            <a:ext cx="5400800" cy="5401438"/>
            <a:chOff x="0" y="0"/>
            <a:chExt cx="7201067" cy="7201918"/>
          </a:xfrm>
        </p:grpSpPr>
        <p:sp>
          <p:nvSpPr>
            <p:cNvPr id="5" name="Freeform 5"/>
            <p:cNvSpPr/>
            <p:nvPr/>
          </p:nvSpPr>
          <p:spPr>
            <a:xfrm>
              <a:off x="2015686" y="0"/>
              <a:ext cx="5185381" cy="7201918"/>
            </a:xfrm>
            <a:custGeom>
              <a:avLst/>
              <a:gdLst/>
              <a:ahLst/>
              <a:cxnLst/>
              <a:rect l="l" t="t" r="r" b="b"/>
              <a:pathLst>
                <a:path w="5185381" h="7201918">
                  <a:moveTo>
                    <a:pt x="0" y="0"/>
                  </a:moveTo>
                  <a:lnTo>
                    <a:pt x="5185381" y="0"/>
                  </a:lnTo>
                  <a:lnTo>
                    <a:pt x="5185381" y="7201918"/>
                  </a:lnTo>
                  <a:lnTo>
                    <a:pt x="0" y="720191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6" name="Freeform 6"/>
            <p:cNvSpPr/>
            <p:nvPr/>
          </p:nvSpPr>
          <p:spPr>
            <a:xfrm>
              <a:off x="0" y="0"/>
              <a:ext cx="2015686" cy="7166884"/>
            </a:xfrm>
            <a:custGeom>
              <a:avLst/>
              <a:gdLst/>
              <a:ahLst/>
              <a:cxnLst/>
              <a:rect l="l" t="t" r="r" b="b"/>
              <a:pathLst>
                <a:path w="2015686" h="7166884">
                  <a:moveTo>
                    <a:pt x="0" y="0"/>
                  </a:moveTo>
                  <a:lnTo>
                    <a:pt x="2015686" y="0"/>
                  </a:lnTo>
                  <a:lnTo>
                    <a:pt x="2015686" y="7166884"/>
                  </a:lnTo>
                  <a:lnTo>
                    <a:pt x="0" y="71668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CN" altLang="en-US"/>
            </a:p>
          </p:txBody>
        </p:sp>
      </p:grpSp>
      <p:sp>
        <p:nvSpPr>
          <p:cNvPr id="7" name="Freeform 7"/>
          <p:cNvSpPr/>
          <p:nvPr/>
        </p:nvSpPr>
        <p:spPr>
          <a:xfrm rot="-10800000">
            <a:off x="-1374143" y="0"/>
            <a:ext cx="19984640" cy="14713691"/>
          </a:xfrm>
          <a:custGeom>
            <a:avLst/>
            <a:gdLst/>
            <a:ahLst/>
            <a:cxnLst/>
            <a:rect l="l" t="t" r="r" b="b"/>
            <a:pathLst>
              <a:path w="19984640" h="14713691">
                <a:moveTo>
                  <a:pt x="0" y="0"/>
                </a:moveTo>
                <a:lnTo>
                  <a:pt x="19984640" y="0"/>
                </a:lnTo>
                <a:lnTo>
                  <a:pt x="19984640" y="14713691"/>
                </a:lnTo>
                <a:lnTo>
                  <a:pt x="0" y="14713691"/>
                </a:lnTo>
                <a:lnTo>
                  <a:pt x="0" y="0"/>
                </a:lnTo>
                <a:close/>
              </a:path>
            </a:pathLst>
          </a:custGeom>
          <a:blipFill>
            <a:blip r:embed="rId5"/>
            <a:stretch>
              <a:fillRect/>
            </a:stretch>
          </a:blipFill>
        </p:spPr>
        <p:txBody>
          <a:bodyPr/>
          <a:lstStyle/>
          <a:p>
            <a:endParaRPr lang="zh-CN" altLang="en-US"/>
          </a:p>
        </p:txBody>
      </p:sp>
      <p:sp>
        <p:nvSpPr>
          <p:cNvPr id="8" name="TextBox 8"/>
          <p:cNvSpPr txBox="1"/>
          <p:nvPr/>
        </p:nvSpPr>
        <p:spPr>
          <a:xfrm>
            <a:off x="1028700" y="8090271"/>
            <a:ext cx="12351681" cy="1785424"/>
          </a:xfrm>
          <a:prstGeom prst="rect">
            <a:avLst/>
          </a:prstGeom>
        </p:spPr>
        <p:txBody>
          <a:bodyPr lIns="0" tIns="0" rIns="0" bIns="0" rtlCol="0" anchor="t">
            <a:spAutoFit/>
          </a:bodyPr>
          <a:lstStyle/>
          <a:p>
            <a:pPr algn="ctr">
              <a:lnSpc>
                <a:spcPts val="11894"/>
              </a:lnSpc>
            </a:pPr>
            <a:r>
              <a:rPr lang="en-US" sz="13671" b="1" spc="-683">
                <a:solidFill>
                  <a:srgbClr val="000000"/>
                </a:solidFill>
                <a:latin typeface="Telegraf Bold"/>
                <a:ea typeface="Telegraf Bold"/>
                <a:cs typeface="Telegraf Bold"/>
                <a:sym typeface="Telegraf Bold"/>
              </a:rPr>
              <a:t>Business Model</a:t>
            </a:r>
          </a:p>
        </p:txBody>
      </p:sp>
      <p:grpSp>
        <p:nvGrpSpPr>
          <p:cNvPr id="9" name="Group 9"/>
          <p:cNvGrpSpPr/>
          <p:nvPr/>
        </p:nvGrpSpPr>
        <p:grpSpPr>
          <a:xfrm>
            <a:off x="1028700" y="1028700"/>
            <a:ext cx="16230600" cy="6490071"/>
            <a:chOff x="0" y="0"/>
            <a:chExt cx="4274726" cy="1709319"/>
          </a:xfrm>
        </p:grpSpPr>
        <p:sp>
          <p:nvSpPr>
            <p:cNvPr id="10" name="Freeform 10"/>
            <p:cNvSpPr/>
            <p:nvPr/>
          </p:nvSpPr>
          <p:spPr>
            <a:xfrm>
              <a:off x="0" y="0"/>
              <a:ext cx="4274726" cy="1709319"/>
            </a:xfrm>
            <a:custGeom>
              <a:avLst/>
              <a:gdLst/>
              <a:ahLst/>
              <a:cxnLst/>
              <a:rect l="l" t="t" r="r" b="b"/>
              <a:pathLst>
                <a:path w="4274726" h="1709319">
                  <a:moveTo>
                    <a:pt x="0" y="0"/>
                  </a:moveTo>
                  <a:lnTo>
                    <a:pt x="4274726" y="0"/>
                  </a:lnTo>
                  <a:lnTo>
                    <a:pt x="4274726" y="1709319"/>
                  </a:lnTo>
                  <a:lnTo>
                    <a:pt x="0" y="1709319"/>
                  </a:lnTo>
                  <a:close/>
                </a:path>
              </a:pathLst>
            </a:custGeom>
            <a:solidFill>
              <a:srgbClr val="FFFFFF"/>
            </a:solidFill>
            <a:ln cap="sq">
              <a:noFill/>
              <a:prstDash val="solid"/>
              <a:miter/>
            </a:ln>
          </p:spPr>
          <p:txBody>
            <a:bodyPr/>
            <a:lstStyle/>
            <a:p>
              <a:endParaRPr lang="zh-CN" altLang="en-US"/>
            </a:p>
          </p:txBody>
        </p:sp>
        <p:sp>
          <p:nvSpPr>
            <p:cNvPr id="11" name="TextBox 11"/>
            <p:cNvSpPr txBox="1"/>
            <p:nvPr/>
          </p:nvSpPr>
          <p:spPr>
            <a:xfrm>
              <a:off x="0" y="-57150"/>
              <a:ext cx="4274726" cy="1766469"/>
            </a:xfrm>
            <a:prstGeom prst="rect">
              <a:avLst/>
            </a:prstGeom>
          </p:spPr>
          <p:txBody>
            <a:bodyPr lIns="50800" tIns="50800" rIns="50800" bIns="50800" rtlCol="0" anchor="ctr"/>
            <a:lstStyle/>
            <a:p>
              <a:pPr algn="ctr">
                <a:lnSpc>
                  <a:spcPts val="2867"/>
                </a:lnSpc>
              </a:pPr>
              <a:endParaRPr/>
            </a:p>
          </p:txBody>
        </p:sp>
      </p:grpSp>
      <p:sp>
        <p:nvSpPr>
          <p:cNvPr id="12" name="AutoShape 12"/>
          <p:cNvSpPr/>
          <p:nvPr/>
        </p:nvSpPr>
        <p:spPr>
          <a:xfrm>
            <a:off x="4011056" y="1028700"/>
            <a:ext cx="0" cy="4608120"/>
          </a:xfrm>
          <a:prstGeom prst="line">
            <a:avLst/>
          </a:prstGeom>
          <a:ln w="19050" cap="flat">
            <a:solidFill>
              <a:srgbClr val="000000"/>
            </a:solidFill>
            <a:prstDash val="solid"/>
            <a:headEnd type="none" w="sm" len="sm"/>
            <a:tailEnd type="none" w="sm" len="sm"/>
          </a:ln>
        </p:spPr>
        <p:txBody>
          <a:bodyPr/>
          <a:lstStyle/>
          <a:p>
            <a:endParaRPr lang="zh-CN" altLang="en-US"/>
          </a:p>
        </p:txBody>
      </p:sp>
      <p:sp>
        <p:nvSpPr>
          <p:cNvPr id="13" name="AutoShape 13"/>
          <p:cNvSpPr/>
          <p:nvPr/>
        </p:nvSpPr>
        <p:spPr>
          <a:xfrm flipH="1">
            <a:off x="7416881" y="1028700"/>
            <a:ext cx="0" cy="4608120"/>
          </a:xfrm>
          <a:prstGeom prst="line">
            <a:avLst/>
          </a:prstGeom>
          <a:ln w="19050" cap="flat">
            <a:solidFill>
              <a:srgbClr val="000000"/>
            </a:solidFill>
            <a:prstDash val="solid"/>
            <a:headEnd type="none" w="sm" len="sm"/>
            <a:tailEnd type="none" w="sm" len="sm"/>
          </a:ln>
        </p:spPr>
        <p:txBody>
          <a:bodyPr/>
          <a:lstStyle/>
          <a:p>
            <a:endParaRPr lang="zh-CN" altLang="en-US"/>
          </a:p>
        </p:txBody>
      </p:sp>
      <p:sp>
        <p:nvSpPr>
          <p:cNvPr id="14" name="AutoShape 14"/>
          <p:cNvSpPr/>
          <p:nvPr/>
        </p:nvSpPr>
        <p:spPr>
          <a:xfrm>
            <a:off x="10822706" y="1028700"/>
            <a:ext cx="0" cy="4608120"/>
          </a:xfrm>
          <a:prstGeom prst="line">
            <a:avLst/>
          </a:prstGeom>
          <a:ln w="19050" cap="flat">
            <a:solidFill>
              <a:srgbClr val="000000"/>
            </a:solidFill>
            <a:prstDash val="solid"/>
            <a:headEnd type="none" w="sm" len="sm"/>
            <a:tailEnd type="none" w="sm" len="sm"/>
          </a:ln>
        </p:spPr>
        <p:txBody>
          <a:bodyPr/>
          <a:lstStyle/>
          <a:p>
            <a:endParaRPr lang="zh-CN" altLang="en-US"/>
          </a:p>
        </p:txBody>
      </p:sp>
      <p:sp>
        <p:nvSpPr>
          <p:cNvPr id="15" name="AutoShape 15"/>
          <p:cNvSpPr/>
          <p:nvPr/>
        </p:nvSpPr>
        <p:spPr>
          <a:xfrm>
            <a:off x="9129319" y="5636820"/>
            <a:ext cx="0" cy="1881950"/>
          </a:xfrm>
          <a:prstGeom prst="line">
            <a:avLst/>
          </a:prstGeom>
          <a:ln w="19050" cap="flat">
            <a:solidFill>
              <a:srgbClr val="000000"/>
            </a:solidFill>
            <a:prstDash val="solid"/>
            <a:headEnd type="none" w="sm" len="sm"/>
            <a:tailEnd type="none" w="sm" len="sm"/>
          </a:ln>
        </p:spPr>
        <p:txBody>
          <a:bodyPr/>
          <a:lstStyle/>
          <a:p>
            <a:endParaRPr lang="zh-CN" altLang="en-US"/>
          </a:p>
        </p:txBody>
      </p:sp>
      <p:sp>
        <p:nvSpPr>
          <p:cNvPr id="16" name="AutoShape 16"/>
          <p:cNvSpPr/>
          <p:nvPr/>
        </p:nvSpPr>
        <p:spPr>
          <a:xfrm>
            <a:off x="14228531" y="1028700"/>
            <a:ext cx="0" cy="4608120"/>
          </a:xfrm>
          <a:prstGeom prst="line">
            <a:avLst/>
          </a:prstGeom>
          <a:ln w="19050" cap="flat">
            <a:solidFill>
              <a:srgbClr val="000000"/>
            </a:solidFill>
            <a:prstDash val="solid"/>
            <a:headEnd type="none" w="sm" len="sm"/>
            <a:tailEnd type="none" w="sm" len="sm"/>
          </a:ln>
        </p:spPr>
        <p:txBody>
          <a:bodyPr/>
          <a:lstStyle/>
          <a:p>
            <a:endParaRPr lang="zh-CN" altLang="en-US"/>
          </a:p>
        </p:txBody>
      </p:sp>
      <p:sp>
        <p:nvSpPr>
          <p:cNvPr id="17" name="AutoShape 17"/>
          <p:cNvSpPr/>
          <p:nvPr/>
        </p:nvSpPr>
        <p:spPr>
          <a:xfrm flipH="1">
            <a:off x="10822706" y="3322199"/>
            <a:ext cx="3405825" cy="0"/>
          </a:xfrm>
          <a:prstGeom prst="line">
            <a:avLst/>
          </a:prstGeom>
          <a:ln w="19050" cap="flat">
            <a:solidFill>
              <a:srgbClr val="000000"/>
            </a:solidFill>
            <a:prstDash val="solid"/>
            <a:headEnd type="none" w="sm" len="sm"/>
            <a:tailEnd type="none" w="sm" len="sm"/>
          </a:ln>
        </p:spPr>
        <p:txBody>
          <a:bodyPr/>
          <a:lstStyle/>
          <a:p>
            <a:endParaRPr lang="zh-CN" altLang="en-US"/>
          </a:p>
        </p:txBody>
      </p:sp>
      <p:sp>
        <p:nvSpPr>
          <p:cNvPr id="18" name="AutoShape 18"/>
          <p:cNvSpPr/>
          <p:nvPr/>
        </p:nvSpPr>
        <p:spPr>
          <a:xfrm flipH="1">
            <a:off x="4011056" y="3322199"/>
            <a:ext cx="3405825" cy="0"/>
          </a:xfrm>
          <a:prstGeom prst="line">
            <a:avLst/>
          </a:prstGeom>
          <a:ln w="19050" cap="flat">
            <a:solidFill>
              <a:srgbClr val="000000"/>
            </a:solidFill>
            <a:prstDash val="solid"/>
            <a:headEnd type="none" w="sm" len="sm"/>
            <a:tailEnd type="none" w="sm" len="sm"/>
          </a:ln>
        </p:spPr>
        <p:txBody>
          <a:bodyPr/>
          <a:lstStyle/>
          <a:p>
            <a:endParaRPr lang="zh-CN" altLang="en-US"/>
          </a:p>
        </p:txBody>
      </p:sp>
      <p:sp>
        <p:nvSpPr>
          <p:cNvPr id="19" name="AutoShape 19"/>
          <p:cNvSpPr/>
          <p:nvPr/>
        </p:nvSpPr>
        <p:spPr>
          <a:xfrm flipH="1">
            <a:off x="1028700" y="5614365"/>
            <a:ext cx="16230600" cy="0"/>
          </a:xfrm>
          <a:prstGeom prst="line">
            <a:avLst/>
          </a:prstGeom>
          <a:ln w="19050" cap="flat">
            <a:solidFill>
              <a:srgbClr val="000000"/>
            </a:solidFill>
            <a:prstDash val="solid"/>
            <a:headEnd type="none" w="sm" len="sm"/>
            <a:tailEnd type="none" w="sm" len="sm"/>
          </a:ln>
        </p:spPr>
        <p:txBody>
          <a:bodyPr/>
          <a:lstStyle/>
          <a:p>
            <a:endParaRPr lang="zh-CN" altLang="en-US"/>
          </a:p>
        </p:txBody>
      </p:sp>
      <p:sp>
        <p:nvSpPr>
          <p:cNvPr id="20" name="TextBox 20"/>
          <p:cNvSpPr txBox="1"/>
          <p:nvPr/>
        </p:nvSpPr>
        <p:spPr>
          <a:xfrm>
            <a:off x="1365246" y="1252688"/>
            <a:ext cx="2353302" cy="394335"/>
          </a:xfrm>
          <a:prstGeom prst="rect">
            <a:avLst/>
          </a:prstGeom>
        </p:spPr>
        <p:txBody>
          <a:bodyPr lIns="0" tIns="0" rIns="0" bIns="0" rtlCol="0" anchor="t">
            <a:spAutoFit/>
          </a:bodyPr>
          <a:lstStyle/>
          <a:p>
            <a:pPr algn="l">
              <a:lnSpc>
                <a:spcPts val="2940"/>
              </a:lnSpc>
              <a:spcBef>
                <a:spcPct val="0"/>
              </a:spcBef>
            </a:pPr>
            <a:r>
              <a:rPr lang="en-US" sz="2100" b="1">
                <a:solidFill>
                  <a:srgbClr val="179BC0"/>
                </a:solidFill>
                <a:latin typeface="Telegraf Bold"/>
                <a:ea typeface="Telegraf Bold"/>
                <a:cs typeface="Telegraf Bold"/>
                <a:sym typeface="Telegraf Bold"/>
              </a:rPr>
              <a:t>Key Partners</a:t>
            </a:r>
          </a:p>
        </p:txBody>
      </p:sp>
      <p:sp>
        <p:nvSpPr>
          <p:cNvPr id="21" name="TextBox 21"/>
          <p:cNvSpPr txBox="1"/>
          <p:nvPr/>
        </p:nvSpPr>
        <p:spPr>
          <a:xfrm>
            <a:off x="4250423" y="1252688"/>
            <a:ext cx="2824602" cy="394335"/>
          </a:xfrm>
          <a:prstGeom prst="rect">
            <a:avLst/>
          </a:prstGeom>
        </p:spPr>
        <p:txBody>
          <a:bodyPr lIns="0" tIns="0" rIns="0" bIns="0" rtlCol="0" anchor="t">
            <a:spAutoFit/>
          </a:bodyPr>
          <a:lstStyle/>
          <a:p>
            <a:pPr algn="l">
              <a:lnSpc>
                <a:spcPts val="2940"/>
              </a:lnSpc>
              <a:spcBef>
                <a:spcPct val="0"/>
              </a:spcBef>
            </a:pPr>
            <a:r>
              <a:rPr lang="en-US" sz="2100" b="1">
                <a:solidFill>
                  <a:srgbClr val="179BC0"/>
                </a:solidFill>
                <a:latin typeface="Telegraf Bold"/>
                <a:ea typeface="Telegraf Bold"/>
                <a:cs typeface="Telegraf Bold"/>
                <a:sym typeface="Telegraf Bold"/>
              </a:rPr>
              <a:t>Key Activities</a:t>
            </a:r>
          </a:p>
        </p:txBody>
      </p:sp>
      <p:sp>
        <p:nvSpPr>
          <p:cNvPr id="22" name="TextBox 22"/>
          <p:cNvSpPr txBox="1"/>
          <p:nvPr/>
        </p:nvSpPr>
        <p:spPr>
          <a:xfrm>
            <a:off x="7702631" y="1252688"/>
            <a:ext cx="3062925" cy="394335"/>
          </a:xfrm>
          <a:prstGeom prst="rect">
            <a:avLst/>
          </a:prstGeom>
        </p:spPr>
        <p:txBody>
          <a:bodyPr lIns="0" tIns="0" rIns="0" bIns="0" rtlCol="0" anchor="t">
            <a:spAutoFit/>
          </a:bodyPr>
          <a:lstStyle/>
          <a:p>
            <a:pPr algn="l">
              <a:lnSpc>
                <a:spcPts val="2940"/>
              </a:lnSpc>
              <a:spcBef>
                <a:spcPct val="0"/>
              </a:spcBef>
            </a:pPr>
            <a:r>
              <a:rPr lang="en-US" sz="2100" b="1">
                <a:solidFill>
                  <a:srgbClr val="179BC0"/>
                </a:solidFill>
                <a:latin typeface="Telegraf Bold"/>
                <a:ea typeface="Telegraf Bold"/>
                <a:cs typeface="Telegraf Bold"/>
                <a:sym typeface="Telegraf Bold"/>
              </a:rPr>
              <a:t>Value Propositions</a:t>
            </a:r>
          </a:p>
        </p:txBody>
      </p:sp>
      <p:sp>
        <p:nvSpPr>
          <p:cNvPr id="23" name="TextBox 23"/>
          <p:cNvSpPr txBox="1"/>
          <p:nvPr/>
        </p:nvSpPr>
        <p:spPr>
          <a:xfrm>
            <a:off x="11041781" y="1252688"/>
            <a:ext cx="3062925" cy="765810"/>
          </a:xfrm>
          <a:prstGeom prst="rect">
            <a:avLst/>
          </a:prstGeom>
        </p:spPr>
        <p:txBody>
          <a:bodyPr lIns="0" tIns="0" rIns="0" bIns="0" rtlCol="0" anchor="t">
            <a:spAutoFit/>
          </a:bodyPr>
          <a:lstStyle/>
          <a:p>
            <a:pPr algn="l">
              <a:lnSpc>
                <a:spcPts val="2940"/>
              </a:lnSpc>
              <a:spcBef>
                <a:spcPct val="0"/>
              </a:spcBef>
            </a:pPr>
            <a:r>
              <a:rPr lang="en-US" sz="2100" b="1">
                <a:solidFill>
                  <a:srgbClr val="179BC0"/>
                </a:solidFill>
                <a:latin typeface="Telegraf Bold"/>
                <a:ea typeface="Telegraf Bold"/>
                <a:cs typeface="Telegraf Bold"/>
                <a:sym typeface="Telegraf Bold"/>
              </a:rPr>
              <a:t>Customer Relationships</a:t>
            </a:r>
          </a:p>
        </p:txBody>
      </p:sp>
      <p:sp>
        <p:nvSpPr>
          <p:cNvPr id="24" name="TextBox 24"/>
          <p:cNvSpPr txBox="1"/>
          <p:nvPr/>
        </p:nvSpPr>
        <p:spPr>
          <a:xfrm>
            <a:off x="11041781" y="3745917"/>
            <a:ext cx="3062925" cy="394335"/>
          </a:xfrm>
          <a:prstGeom prst="rect">
            <a:avLst/>
          </a:prstGeom>
        </p:spPr>
        <p:txBody>
          <a:bodyPr lIns="0" tIns="0" rIns="0" bIns="0" rtlCol="0" anchor="t">
            <a:spAutoFit/>
          </a:bodyPr>
          <a:lstStyle/>
          <a:p>
            <a:pPr algn="l">
              <a:lnSpc>
                <a:spcPts val="2940"/>
              </a:lnSpc>
              <a:spcBef>
                <a:spcPct val="0"/>
              </a:spcBef>
            </a:pPr>
            <a:r>
              <a:rPr lang="en-US" sz="2100" b="1">
                <a:solidFill>
                  <a:srgbClr val="179BC0"/>
                </a:solidFill>
                <a:latin typeface="Telegraf Bold"/>
                <a:ea typeface="Telegraf Bold"/>
                <a:cs typeface="Telegraf Bold"/>
                <a:sym typeface="Telegraf Bold"/>
              </a:rPr>
              <a:t>Channels </a:t>
            </a:r>
          </a:p>
        </p:txBody>
      </p:sp>
      <p:sp>
        <p:nvSpPr>
          <p:cNvPr id="25" name="TextBox 25"/>
          <p:cNvSpPr txBox="1"/>
          <p:nvPr/>
        </p:nvSpPr>
        <p:spPr>
          <a:xfrm>
            <a:off x="9423678" y="5839560"/>
            <a:ext cx="3062925" cy="394335"/>
          </a:xfrm>
          <a:prstGeom prst="rect">
            <a:avLst/>
          </a:prstGeom>
        </p:spPr>
        <p:txBody>
          <a:bodyPr lIns="0" tIns="0" rIns="0" bIns="0" rtlCol="0" anchor="t">
            <a:spAutoFit/>
          </a:bodyPr>
          <a:lstStyle/>
          <a:p>
            <a:pPr algn="l">
              <a:lnSpc>
                <a:spcPts val="2940"/>
              </a:lnSpc>
              <a:spcBef>
                <a:spcPct val="0"/>
              </a:spcBef>
            </a:pPr>
            <a:r>
              <a:rPr lang="en-US" sz="2100" b="1">
                <a:solidFill>
                  <a:srgbClr val="179BC0"/>
                </a:solidFill>
                <a:latin typeface="Telegraf Bold"/>
                <a:ea typeface="Telegraf Bold"/>
                <a:cs typeface="Telegraf Bold"/>
                <a:sym typeface="Telegraf Bold"/>
              </a:rPr>
              <a:t>Revenue Streams</a:t>
            </a:r>
          </a:p>
        </p:txBody>
      </p:sp>
      <p:sp>
        <p:nvSpPr>
          <p:cNvPr id="26" name="TextBox 26"/>
          <p:cNvSpPr txBox="1"/>
          <p:nvPr/>
        </p:nvSpPr>
        <p:spPr>
          <a:xfrm>
            <a:off x="1365246" y="5839560"/>
            <a:ext cx="3062925" cy="394335"/>
          </a:xfrm>
          <a:prstGeom prst="rect">
            <a:avLst/>
          </a:prstGeom>
        </p:spPr>
        <p:txBody>
          <a:bodyPr lIns="0" tIns="0" rIns="0" bIns="0" rtlCol="0" anchor="t">
            <a:spAutoFit/>
          </a:bodyPr>
          <a:lstStyle/>
          <a:p>
            <a:pPr algn="l">
              <a:lnSpc>
                <a:spcPts val="2940"/>
              </a:lnSpc>
              <a:spcBef>
                <a:spcPct val="0"/>
              </a:spcBef>
            </a:pPr>
            <a:r>
              <a:rPr lang="en-US" sz="2100" b="1">
                <a:solidFill>
                  <a:srgbClr val="179BC0"/>
                </a:solidFill>
                <a:latin typeface="Telegraf Bold"/>
                <a:ea typeface="Telegraf Bold"/>
                <a:cs typeface="Telegraf Bold"/>
                <a:sym typeface="Telegraf Bold"/>
              </a:rPr>
              <a:t>Cost Structure</a:t>
            </a:r>
          </a:p>
        </p:txBody>
      </p:sp>
      <p:sp>
        <p:nvSpPr>
          <p:cNvPr id="27" name="TextBox 27"/>
          <p:cNvSpPr txBox="1"/>
          <p:nvPr/>
        </p:nvSpPr>
        <p:spPr>
          <a:xfrm>
            <a:off x="14428556" y="1252688"/>
            <a:ext cx="2653099" cy="765810"/>
          </a:xfrm>
          <a:prstGeom prst="rect">
            <a:avLst/>
          </a:prstGeom>
        </p:spPr>
        <p:txBody>
          <a:bodyPr lIns="0" tIns="0" rIns="0" bIns="0" rtlCol="0" anchor="t">
            <a:spAutoFit/>
          </a:bodyPr>
          <a:lstStyle/>
          <a:p>
            <a:pPr algn="l">
              <a:lnSpc>
                <a:spcPts val="2940"/>
              </a:lnSpc>
              <a:spcBef>
                <a:spcPct val="0"/>
              </a:spcBef>
            </a:pPr>
            <a:r>
              <a:rPr lang="en-US" sz="2100" b="1">
                <a:solidFill>
                  <a:srgbClr val="179BC0"/>
                </a:solidFill>
                <a:latin typeface="Telegraf Bold"/>
                <a:ea typeface="Telegraf Bold"/>
                <a:cs typeface="Telegraf Bold"/>
                <a:sym typeface="Telegraf Bold"/>
              </a:rPr>
              <a:t>Customer Segments</a:t>
            </a:r>
          </a:p>
        </p:txBody>
      </p:sp>
      <p:sp>
        <p:nvSpPr>
          <p:cNvPr id="28" name="TextBox 28"/>
          <p:cNvSpPr txBox="1"/>
          <p:nvPr/>
        </p:nvSpPr>
        <p:spPr>
          <a:xfrm>
            <a:off x="4250423" y="3745917"/>
            <a:ext cx="2824602" cy="394335"/>
          </a:xfrm>
          <a:prstGeom prst="rect">
            <a:avLst/>
          </a:prstGeom>
        </p:spPr>
        <p:txBody>
          <a:bodyPr lIns="0" tIns="0" rIns="0" bIns="0" rtlCol="0" anchor="t">
            <a:spAutoFit/>
          </a:bodyPr>
          <a:lstStyle/>
          <a:p>
            <a:pPr algn="l">
              <a:lnSpc>
                <a:spcPts val="2940"/>
              </a:lnSpc>
              <a:spcBef>
                <a:spcPct val="0"/>
              </a:spcBef>
            </a:pPr>
            <a:r>
              <a:rPr lang="en-US" sz="2100" b="1">
                <a:solidFill>
                  <a:srgbClr val="179BC0"/>
                </a:solidFill>
                <a:latin typeface="Telegraf Bold"/>
                <a:ea typeface="Telegraf Bold"/>
                <a:cs typeface="Telegraf Bold"/>
                <a:sym typeface="Telegraf Bold"/>
              </a:rPr>
              <a:t>Key Resources</a:t>
            </a:r>
          </a:p>
        </p:txBody>
      </p:sp>
      <p:sp>
        <p:nvSpPr>
          <p:cNvPr id="29" name="TextBox 29"/>
          <p:cNvSpPr txBox="1"/>
          <p:nvPr/>
        </p:nvSpPr>
        <p:spPr>
          <a:xfrm>
            <a:off x="1365246" y="1782913"/>
            <a:ext cx="2353302" cy="1097407"/>
          </a:xfrm>
          <a:prstGeom prst="rect">
            <a:avLst/>
          </a:prstGeom>
        </p:spPr>
        <p:txBody>
          <a:bodyPr lIns="0" tIns="0" rIns="0" bIns="0" rtlCol="0" anchor="t">
            <a:spAutoFit/>
          </a:bodyPr>
          <a:lstStyle/>
          <a:p>
            <a:pPr algn="l">
              <a:lnSpc>
                <a:spcPts val="1468"/>
              </a:lnSpc>
            </a:pPr>
            <a:r>
              <a:rPr lang="en-US" sz="1299">
                <a:solidFill>
                  <a:srgbClr val="303031"/>
                </a:solidFill>
                <a:latin typeface="Neue Montreal"/>
                <a:ea typeface="Neue Montreal"/>
                <a:cs typeface="Neue Montreal"/>
                <a:sym typeface="Neue Montreal"/>
              </a:rPr>
              <a:t>Lorem ipsum dolor sit amet, consectetur adipiscing elit. Nam eget purus eu augue bibendum egestas. Nam id fermentum leo. Nunc lectus enim, efficitur varius dolor a, malesuada dapibus arcu.</a:t>
            </a:r>
          </a:p>
        </p:txBody>
      </p:sp>
      <p:sp>
        <p:nvSpPr>
          <p:cNvPr id="30" name="TextBox 30"/>
          <p:cNvSpPr txBox="1"/>
          <p:nvPr/>
        </p:nvSpPr>
        <p:spPr>
          <a:xfrm>
            <a:off x="1365246" y="6442374"/>
            <a:ext cx="7252931" cy="735457"/>
          </a:xfrm>
          <a:prstGeom prst="rect">
            <a:avLst/>
          </a:prstGeom>
        </p:spPr>
        <p:txBody>
          <a:bodyPr lIns="0" tIns="0" rIns="0" bIns="0" rtlCol="0" anchor="t">
            <a:spAutoFit/>
          </a:bodyPr>
          <a:lstStyle/>
          <a:p>
            <a:pPr algn="l">
              <a:lnSpc>
                <a:spcPts val="1468"/>
              </a:lnSpc>
            </a:pPr>
            <a:r>
              <a:rPr lang="en-US" sz="1299">
                <a:solidFill>
                  <a:srgbClr val="303031"/>
                </a:solidFill>
                <a:latin typeface="Neue Montreal"/>
                <a:ea typeface="Neue Montreal"/>
                <a:cs typeface="Neue Montreal"/>
                <a:sym typeface="Neue Montreal"/>
              </a:rPr>
              <a:t>Lorem ipsum dolor sit amet, consectetur adipiscing elit. Nam eget purus eu augue bibendum egestas. Nam id fermentum leo. Nunc lectus enim, efficitur varius dolor a, malesuada dapibus arcu. Duis id ante vehicula, tincidunt enim in, sagittis turpis. Nullam imperdiet, neque vel fermentum dapibus, erat leo porttitor sapien, id aliquam massa massa a eros. Donec congue non leo et finibus. Etiam non mollis ligula.</a:t>
            </a:r>
          </a:p>
        </p:txBody>
      </p:sp>
      <p:sp>
        <p:nvSpPr>
          <p:cNvPr id="31" name="TextBox 31"/>
          <p:cNvSpPr txBox="1"/>
          <p:nvPr/>
        </p:nvSpPr>
        <p:spPr>
          <a:xfrm>
            <a:off x="9452577" y="6442374"/>
            <a:ext cx="7124248" cy="735457"/>
          </a:xfrm>
          <a:prstGeom prst="rect">
            <a:avLst/>
          </a:prstGeom>
        </p:spPr>
        <p:txBody>
          <a:bodyPr lIns="0" tIns="0" rIns="0" bIns="0" rtlCol="0" anchor="t">
            <a:spAutoFit/>
          </a:bodyPr>
          <a:lstStyle/>
          <a:p>
            <a:pPr algn="l">
              <a:lnSpc>
                <a:spcPts val="1468"/>
              </a:lnSpc>
            </a:pPr>
            <a:r>
              <a:rPr lang="en-US" sz="1299">
                <a:solidFill>
                  <a:srgbClr val="303031"/>
                </a:solidFill>
                <a:latin typeface="Neue Montreal"/>
                <a:ea typeface="Neue Montreal"/>
                <a:cs typeface="Neue Montreal"/>
                <a:sym typeface="Neue Montreal"/>
              </a:rPr>
              <a:t>Lorem ipsum dolor sit amet, consectetur adipiscing elit. Nam eget purus eu augue bibendum egestas. Nam id fermentum leo. Nunc lectus enim, efficitur varius dolor a, malesuada dapibus arcu. Duis id ante vehicula, tincidunt enim in, sagittis turpis. Nullam imperdiet, neque vel fermentum dapibus, erat leo porttitor sapien, id aliquam massa massa a eros. Donec congue non leo et finibus. Etiam non mollis ligula.</a:t>
            </a:r>
          </a:p>
        </p:txBody>
      </p:sp>
      <p:sp>
        <p:nvSpPr>
          <p:cNvPr id="32" name="TextBox 32"/>
          <p:cNvSpPr txBox="1"/>
          <p:nvPr/>
        </p:nvSpPr>
        <p:spPr>
          <a:xfrm>
            <a:off x="4250423" y="1782913"/>
            <a:ext cx="2824602" cy="916432"/>
          </a:xfrm>
          <a:prstGeom prst="rect">
            <a:avLst/>
          </a:prstGeom>
        </p:spPr>
        <p:txBody>
          <a:bodyPr lIns="0" tIns="0" rIns="0" bIns="0" rtlCol="0" anchor="t">
            <a:spAutoFit/>
          </a:bodyPr>
          <a:lstStyle/>
          <a:p>
            <a:pPr algn="l">
              <a:lnSpc>
                <a:spcPts val="1468"/>
              </a:lnSpc>
            </a:pPr>
            <a:r>
              <a:rPr lang="en-US" sz="1299">
                <a:solidFill>
                  <a:srgbClr val="303031"/>
                </a:solidFill>
                <a:latin typeface="Neue Montreal"/>
                <a:ea typeface="Neue Montreal"/>
                <a:cs typeface="Neue Montreal"/>
                <a:sym typeface="Neue Montreal"/>
              </a:rPr>
              <a:t>Lorem ipsum dolor sit amet, consectetur adipiscing elit. Nam eget purus eu augue bibendum egestas. Nam id fermentum leo. Nunc lectus enim, efficitur varius dolor a, malesuada dapibus arcu.</a:t>
            </a:r>
          </a:p>
        </p:txBody>
      </p:sp>
      <p:sp>
        <p:nvSpPr>
          <p:cNvPr id="33" name="TextBox 33"/>
          <p:cNvSpPr txBox="1"/>
          <p:nvPr/>
        </p:nvSpPr>
        <p:spPr>
          <a:xfrm>
            <a:off x="11041781" y="2110369"/>
            <a:ext cx="2824602" cy="916432"/>
          </a:xfrm>
          <a:prstGeom prst="rect">
            <a:avLst/>
          </a:prstGeom>
        </p:spPr>
        <p:txBody>
          <a:bodyPr lIns="0" tIns="0" rIns="0" bIns="0" rtlCol="0" anchor="t">
            <a:spAutoFit/>
          </a:bodyPr>
          <a:lstStyle/>
          <a:p>
            <a:pPr algn="l">
              <a:lnSpc>
                <a:spcPts val="1468"/>
              </a:lnSpc>
            </a:pPr>
            <a:r>
              <a:rPr lang="en-US" sz="1299">
                <a:solidFill>
                  <a:srgbClr val="303031"/>
                </a:solidFill>
                <a:latin typeface="Neue Montreal"/>
                <a:ea typeface="Neue Montreal"/>
                <a:cs typeface="Neue Montreal"/>
                <a:sym typeface="Neue Montreal"/>
              </a:rPr>
              <a:t>Lorem ipsum dolor sit amet, consectetur adipiscing elit. Nam eget purus eu augue bibendum egestas. Nam id fermentum leo. Nunc lectus enim, efficitur varius dolor a, malesuada dapibus arcu.</a:t>
            </a:r>
          </a:p>
        </p:txBody>
      </p:sp>
      <p:sp>
        <p:nvSpPr>
          <p:cNvPr id="34" name="TextBox 34"/>
          <p:cNvSpPr txBox="1"/>
          <p:nvPr/>
        </p:nvSpPr>
        <p:spPr>
          <a:xfrm>
            <a:off x="7717018" y="1782913"/>
            <a:ext cx="2824602" cy="916432"/>
          </a:xfrm>
          <a:prstGeom prst="rect">
            <a:avLst/>
          </a:prstGeom>
        </p:spPr>
        <p:txBody>
          <a:bodyPr lIns="0" tIns="0" rIns="0" bIns="0" rtlCol="0" anchor="t">
            <a:spAutoFit/>
          </a:bodyPr>
          <a:lstStyle/>
          <a:p>
            <a:pPr algn="l">
              <a:lnSpc>
                <a:spcPts val="1468"/>
              </a:lnSpc>
            </a:pPr>
            <a:r>
              <a:rPr lang="en-US" sz="1299">
                <a:solidFill>
                  <a:srgbClr val="303031"/>
                </a:solidFill>
                <a:latin typeface="Neue Montreal"/>
                <a:ea typeface="Neue Montreal"/>
                <a:cs typeface="Neue Montreal"/>
                <a:sym typeface="Neue Montreal"/>
              </a:rPr>
              <a:t>Lorem ipsum dolor sit amet, consectetur adipiscing elit. Nam eget purus eu augue bibendum egestas. Nam id fermentum leo. Nunc lectus enim, efficitur varius dolor a, malesuada dapibus arcu.</a:t>
            </a:r>
          </a:p>
        </p:txBody>
      </p:sp>
      <p:sp>
        <p:nvSpPr>
          <p:cNvPr id="35" name="TextBox 35"/>
          <p:cNvSpPr txBox="1"/>
          <p:nvPr/>
        </p:nvSpPr>
        <p:spPr>
          <a:xfrm>
            <a:off x="14466656" y="2190964"/>
            <a:ext cx="2410628" cy="1097407"/>
          </a:xfrm>
          <a:prstGeom prst="rect">
            <a:avLst/>
          </a:prstGeom>
        </p:spPr>
        <p:txBody>
          <a:bodyPr lIns="0" tIns="0" rIns="0" bIns="0" rtlCol="0" anchor="t">
            <a:spAutoFit/>
          </a:bodyPr>
          <a:lstStyle/>
          <a:p>
            <a:pPr algn="l">
              <a:lnSpc>
                <a:spcPts val="1468"/>
              </a:lnSpc>
            </a:pPr>
            <a:r>
              <a:rPr lang="en-US" sz="1299">
                <a:solidFill>
                  <a:srgbClr val="303031"/>
                </a:solidFill>
                <a:latin typeface="Neue Montreal"/>
                <a:ea typeface="Neue Montreal"/>
                <a:cs typeface="Neue Montreal"/>
                <a:sym typeface="Neue Montreal"/>
              </a:rPr>
              <a:t>Lorem ipsum dolor sit amet, consectetur adipiscing elit. Nam eget purus eu augue bibendum egestas. Nam id fermentum leo. Nunc lectus enim, efficitur varius dolor a, malesuada dapibus arcu.</a:t>
            </a:r>
          </a:p>
        </p:txBody>
      </p:sp>
      <p:sp>
        <p:nvSpPr>
          <p:cNvPr id="36" name="TextBox 36"/>
          <p:cNvSpPr txBox="1"/>
          <p:nvPr/>
        </p:nvSpPr>
        <p:spPr>
          <a:xfrm>
            <a:off x="4250423" y="4273602"/>
            <a:ext cx="2824602" cy="916432"/>
          </a:xfrm>
          <a:prstGeom prst="rect">
            <a:avLst/>
          </a:prstGeom>
        </p:spPr>
        <p:txBody>
          <a:bodyPr lIns="0" tIns="0" rIns="0" bIns="0" rtlCol="0" anchor="t">
            <a:spAutoFit/>
          </a:bodyPr>
          <a:lstStyle/>
          <a:p>
            <a:pPr algn="l">
              <a:lnSpc>
                <a:spcPts val="1468"/>
              </a:lnSpc>
            </a:pPr>
            <a:r>
              <a:rPr lang="en-US" sz="1299">
                <a:solidFill>
                  <a:srgbClr val="303031"/>
                </a:solidFill>
                <a:latin typeface="Neue Montreal"/>
                <a:ea typeface="Neue Montreal"/>
                <a:cs typeface="Neue Montreal"/>
                <a:sym typeface="Neue Montreal"/>
              </a:rPr>
              <a:t>Lorem ipsum dolor sit amet, consectetur adipiscing elit. Nam eget purus eu augue bibendum egestas. Nam id fermentum leo. Nunc lectus enim, efficitur varius dolor a, malesuada dapibus arcu.</a:t>
            </a:r>
          </a:p>
        </p:txBody>
      </p:sp>
      <p:sp>
        <p:nvSpPr>
          <p:cNvPr id="37" name="TextBox 37"/>
          <p:cNvSpPr txBox="1"/>
          <p:nvPr/>
        </p:nvSpPr>
        <p:spPr>
          <a:xfrm>
            <a:off x="11041781" y="4273602"/>
            <a:ext cx="2824602" cy="916432"/>
          </a:xfrm>
          <a:prstGeom prst="rect">
            <a:avLst/>
          </a:prstGeom>
        </p:spPr>
        <p:txBody>
          <a:bodyPr lIns="0" tIns="0" rIns="0" bIns="0" rtlCol="0" anchor="t">
            <a:spAutoFit/>
          </a:bodyPr>
          <a:lstStyle/>
          <a:p>
            <a:pPr algn="l">
              <a:lnSpc>
                <a:spcPts val="1468"/>
              </a:lnSpc>
            </a:pPr>
            <a:r>
              <a:rPr lang="en-US" sz="1299">
                <a:solidFill>
                  <a:srgbClr val="303031"/>
                </a:solidFill>
                <a:latin typeface="Neue Montreal"/>
                <a:ea typeface="Neue Montreal"/>
                <a:cs typeface="Neue Montreal"/>
                <a:sym typeface="Neue Montreal"/>
              </a:rPr>
              <a:t>Lorem ipsum dolor sit amet, consectetur adipiscing elit. Nam eget purus eu augue bibendum egestas. Nam id fermentum leo. Nunc lectus enim, efficitur varius dolor a, malesuada dapibus arcu.</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1444978" cy="812800"/>
          </a:xfrm>
        </p:grpSpPr>
        <p:sp>
          <p:nvSpPr>
            <p:cNvPr id="3" name="Freeform 3"/>
            <p:cNvSpPr/>
            <p:nvPr/>
          </p:nvSpPr>
          <p:spPr>
            <a:xfrm>
              <a:off x="0" y="0"/>
              <a:ext cx="1444978" cy="812800"/>
            </a:xfrm>
            <a:custGeom>
              <a:avLst/>
              <a:gdLst/>
              <a:ahLst/>
              <a:cxnLst/>
              <a:rect l="l" t="t" r="r" b="b"/>
              <a:pathLst>
                <a:path w="1444978" h="812800">
                  <a:moveTo>
                    <a:pt x="0" y="0"/>
                  </a:moveTo>
                  <a:lnTo>
                    <a:pt x="1444978" y="0"/>
                  </a:lnTo>
                  <a:lnTo>
                    <a:pt x="1444978" y="812800"/>
                  </a:lnTo>
                  <a:lnTo>
                    <a:pt x="0" y="812800"/>
                  </a:lnTo>
                  <a:close/>
                </a:path>
              </a:pathLst>
            </a:custGeom>
            <a:blipFill>
              <a:blip r:embed="rId2">
                <a:alphaModFix amt="6000"/>
              </a:blip>
              <a:stretch>
                <a:fillRect l="-6249" r="-6249"/>
              </a:stretch>
            </a:blipFill>
          </p:spPr>
          <p:txBody>
            <a:bodyPr/>
            <a:lstStyle/>
            <a:p>
              <a:endParaRPr lang="zh-CN" altLang="en-US"/>
            </a:p>
          </p:txBody>
        </p:sp>
      </p:grpSp>
      <p:grpSp>
        <p:nvGrpSpPr>
          <p:cNvPr id="4" name="Group 4"/>
          <p:cNvGrpSpPr/>
          <p:nvPr/>
        </p:nvGrpSpPr>
        <p:grpSpPr>
          <a:xfrm>
            <a:off x="-24088" y="0"/>
            <a:ext cx="4099595" cy="6689935"/>
            <a:chOff x="0" y="0"/>
            <a:chExt cx="5466127" cy="8919913"/>
          </a:xfrm>
        </p:grpSpPr>
        <p:sp>
          <p:nvSpPr>
            <p:cNvPr id="5" name="Freeform 5"/>
            <p:cNvSpPr/>
            <p:nvPr/>
          </p:nvSpPr>
          <p:spPr>
            <a:xfrm>
              <a:off x="0" y="0"/>
              <a:ext cx="2508725" cy="8919913"/>
            </a:xfrm>
            <a:custGeom>
              <a:avLst/>
              <a:gdLst/>
              <a:ahLst/>
              <a:cxnLst/>
              <a:rect l="l" t="t" r="r" b="b"/>
              <a:pathLst>
                <a:path w="2508725" h="8919913">
                  <a:moveTo>
                    <a:pt x="0" y="0"/>
                  </a:moveTo>
                  <a:lnTo>
                    <a:pt x="2508725" y="0"/>
                  </a:lnTo>
                  <a:lnTo>
                    <a:pt x="2508725" y="8919913"/>
                  </a:lnTo>
                  <a:lnTo>
                    <a:pt x="0" y="8919913"/>
                  </a:lnTo>
                  <a:lnTo>
                    <a:pt x="0" y="0"/>
                  </a:lnTo>
                  <a:close/>
                </a:path>
              </a:pathLst>
            </a:custGeom>
            <a:blipFill>
              <a:blip>
                <a:alphaModFix amt="38000"/>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6" name="Freeform 6"/>
            <p:cNvSpPr/>
            <p:nvPr/>
          </p:nvSpPr>
          <p:spPr>
            <a:xfrm>
              <a:off x="2957402" y="0"/>
              <a:ext cx="2508725" cy="8919913"/>
            </a:xfrm>
            <a:custGeom>
              <a:avLst/>
              <a:gdLst/>
              <a:ahLst/>
              <a:cxnLst/>
              <a:rect l="l" t="t" r="r" b="b"/>
              <a:pathLst>
                <a:path w="2508725" h="8919913">
                  <a:moveTo>
                    <a:pt x="0" y="0"/>
                  </a:moveTo>
                  <a:lnTo>
                    <a:pt x="2508725" y="0"/>
                  </a:lnTo>
                  <a:lnTo>
                    <a:pt x="2508725" y="8919913"/>
                  </a:lnTo>
                  <a:lnTo>
                    <a:pt x="0" y="8919913"/>
                  </a:lnTo>
                  <a:lnTo>
                    <a:pt x="0" y="0"/>
                  </a:lnTo>
                  <a:close/>
                </a:path>
              </a:pathLst>
            </a:custGeom>
            <a:blipFill>
              <a:blip>
                <a:alphaModFix amt="38000"/>
                <a:extLst>
                  <a:ext uri="{96DAC541-7B7A-43D3-8B79-37D633B846F1}">
                    <asvg:svgBlip xmlns:asvg="http://schemas.microsoft.com/office/drawing/2016/SVG/main" r:embed="rId3"/>
                  </a:ext>
                </a:extLst>
              </a:blip>
              <a:stretch>
                <a:fillRect/>
              </a:stretch>
            </a:blipFill>
          </p:spPr>
          <p:txBody>
            <a:bodyPr/>
            <a:lstStyle/>
            <a:p>
              <a:endParaRPr lang="zh-CN" altLang="en-US"/>
            </a:p>
          </p:txBody>
        </p:sp>
      </p:grpSp>
      <p:sp>
        <p:nvSpPr>
          <p:cNvPr id="7" name="Freeform 7"/>
          <p:cNvSpPr/>
          <p:nvPr/>
        </p:nvSpPr>
        <p:spPr>
          <a:xfrm>
            <a:off x="-3599623" y="3618155"/>
            <a:ext cx="17995363" cy="18193841"/>
          </a:xfrm>
          <a:custGeom>
            <a:avLst/>
            <a:gdLst/>
            <a:ahLst/>
            <a:cxnLst/>
            <a:rect l="l" t="t" r="r" b="b"/>
            <a:pathLst>
              <a:path w="17995363" h="18193841">
                <a:moveTo>
                  <a:pt x="0" y="0"/>
                </a:moveTo>
                <a:lnTo>
                  <a:pt x="17995362" y="0"/>
                </a:lnTo>
                <a:lnTo>
                  <a:pt x="17995362" y="18193840"/>
                </a:lnTo>
                <a:lnTo>
                  <a:pt x="0" y="18193840"/>
                </a:lnTo>
                <a:lnTo>
                  <a:pt x="0" y="0"/>
                </a:lnTo>
                <a:close/>
              </a:path>
            </a:pathLst>
          </a:custGeom>
          <a:blipFill>
            <a:blip r:embed="rId4"/>
            <a:stretch>
              <a:fillRect/>
            </a:stretch>
          </a:blipFill>
        </p:spPr>
        <p:txBody>
          <a:bodyPr/>
          <a:lstStyle/>
          <a:p>
            <a:endParaRPr lang="zh-CN" altLang="en-US"/>
          </a:p>
        </p:txBody>
      </p:sp>
      <p:sp>
        <p:nvSpPr>
          <p:cNvPr id="8" name="Freeform 8"/>
          <p:cNvSpPr/>
          <p:nvPr/>
        </p:nvSpPr>
        <p:spPr>
          <a:xfrm>
            <a:off x="9510755" y="-10093617"/>
            <a:ext cx="17995363" cy="18193841"/>
          </a:xfrm>
          <a:custGeom>
            <a:avLst/>
            <a:gdLst/>
            <a:ahLst/>
            <a:cxnLst/>
            <a:rect l="l" t="t" r="r" b="b"/>
            <a:pathLst>
              <a:path w="17995363" h="18193841">
                <a:moveTo>
                  <a:pt x="0" y="0"/>
                </a:moveTo>
                <a:lnTo>
                  <a:pt x="17995362" y="0"/>
                </a:lnTo>
                <a:lnTo>
                  <a:pt x="17995362" y="18193841"/>
                </a:lnTo>
                <a:lnTo>
                  <a:pt x="0" y="18193841"/>
                </a:lnTo>
                <a:lnTo>
                  <a:pt x="0" y="0"/>
                </a:lnTo>
                <a:close/>
              </a:path>
            </a:pathLst>
          </a:custGeom>
          <a:blipFill>
            <a:blip r:embed="rId4"/>
            <a:stretch>
              <a:fillRect/>
            </a:stretch>
          </a:blipFill>
        </p:spPr>
        <p:txBody>
          <a:bodyPr/>
          <a:lstStyle/>
          <a:p>
            <a:endParaRPr lang="zh-CN" altLang="en-US"/>
          </a:p>
        </p:txBody>
      </p:sp>
      <p:sp>
        <p:nvSpPr>
          <p:cNvPr id="9" name="Freeform 9"/>
          <p:cNvSpPr/>
          <p:nvPr/>
        </p:nvSpPr>
        <p:spPr>
          <a:xfrm>
            <a:off x="-9946738" y="-8068220"/>
            <a:ext cx="17995363" cy="18193841"/>
          </a:xfrm>
          <a:custGeom>
            <a:avLst/>
            <a:gdLst/>
            <a:ahLst/>
            <a:cxnLst/>
            <a:rect l="l" t="t" r="r" b="b"/>
            <a:pathLst>
              <a:path w="17995363" h="18193841">
                <a:moveTo>
                  <a:pt x="0" y="0"/>
                </a:moveTo>
                <a:lnTo>
                  <a:pt x="17995363" y="0"/>
                </a:lnTo>
                <a:lnTo>
                  <a:pt x="17995363" y="18193840"/>
                </a:lnTo>
                <a:lnTo>
                  <a:pt x="0" y="18193840"/>
                </a:lnTo>
                <a:lnTo>
                  <a:pt x="0" y="0"/>
                </a:lnTo>
                <a:close/>
              </a:path>
            </a:pathLst>
          </a:custGeom>
          <a:blipFill>
            <a:blip r:embed="rId4"/>
            <a:stretch>
              <a:fillRect/>
            </a:stretch>
          </a:blipFill>
        </p:spPr>
        <p:txBody>
          <a:bodyPr/>
          <a:lstStyle/>
          <a:p>
            <a:endParaRPr lang="zh-CN" altLang="en-US"/>
          </a:p>
        </p:txBody>
      </p:sp>
      <p:grpSp>
        <p:nvGrpSpPr>
          <p:cNvPr id="10" name="Group 10"/>
          <p:cNvGrpSpPr/>
          <p:nvPr/>
        </p:nvGrpSpPr>
        <p:grpSpPr>
          <a:xfrm>
            <a:off x="1630271" y="2605580"/>
            <a:ext cx="15117547" cy="7170829"/>
            <a:chOff x="0" y="0"/>
            <a:chExt cx="20156729" cy="9561105"/>
          </a:xfrm>
        </p:grpSpPr>
        <p:sp>
          <p:nvSpPr>
            <p:cNvPr id="11" name="Freeform 11"/>
            <p:cNvSpPr/>
            <p:nvPr/>
          </p:nvSpPr>
          <p:spPr>
            <a:xfrm>
              <a:off x="6956991" y="0"/>
              <a:ext cx="9561105" cy="9561105"/>
            </a:xfrm>
            <a:custGeom>
              <a:avLst/>
              <a:gdLst/>
              <a:ahLst/>
              <a:cxnLst/>
              <a:rect l="l" t="t" r="r" b="b"/>
              <a:pathLst>
                <a:path w="9561105" h="9561105">
                  <a:moveTo>
                    <a:pt x="0" y="0"/>
                  </a:moveTo>
                  <a:lnTo>
                    <a:pt x="9561105" y="0"/>
                  </a:lnTo>
                  <a:lnTo>
                    <a:pt x="9561105" y="9561105"/>
                  </a:lnTo>
                  <a:lnTo>
                    <a:pt x="0" y="9561105"/>
                  </a:lnTo>
                  <a:lnTo>
                    <a:pt x="0" y="0"/>
                  </a:lnTo>
                  <a:close/>
                </a:path>
              </a:pathLst>
            </a:custGeom>
            <a:blipFill>
              <a:blip r:embed="rId5">
                <a:alphaModFix amt="40000"/>
              </a:blip>
              <a:stretch>
                <a:fillRect/>
              </a:stretch>
            </a:blipFill>
          </p:spPr>
          <p:txBody>
            <a:bodyPr/>
            <a:lstStyle/>
            <a:p>
              <a:endParaRPr lang="zh-CN" altLang="en-US"/>
            </a:p>
          </p:txBody>
        </p:sp>
        <p:sp>
          <p:nvSpPr>
            <p:cNvPr id="12" name="Freeform 12"/>
            <p:cNvSpPr/>
            <p:nvPr/>
          </p:nvSpPr>
          <p:spPr>
            <a:xfrm>
              <a:off x="10595624" y="0"/>
              <a:ext cx="9561105" cy="9561105"/>
            </a:xfrm>
            <a:custGeom>
              <a:avLst/>
              <a:gdLst/>
              <a:ahLst/>
              <a:cxnLst/>
              <a:rect l="l" t="t" r="r" b="b"/>
              <a:pathLst>
                <a:path w="9561105" h="9561105">
                  <a:moveTo>
                    <a:pt x="0" y="0"/>
                  </a:moveTo>
                  <a:lnTo>
                    <a:pt x="9561105" y="0"/>
                  </a:lnTo>
                  <a:lnTo>
                    <a:pt x="9561105" y="9561105"/>
                  </a:lnTo>
                  <a:lnTo>
                    <a:pt x="0" y="9561105"/>
                  </a:lnTo>
                  <a:lnTo>
                    <a:pt x="0" y="0"/>
                  </a:lnTo>
                  <a:close/>
                </a:path>
              </a:pathLst>
            </a:custGeom>
            <a:blipFill>
              <a:blip r:embed="rId5">
                <a:alphaModFix amt="40000"/>
              </a:blip>
              <a:stretch>
                <a:fillRect/>
              </a:stretch>
            </a:blipFill>
          </p:spPr>
          <p:txBody>
            <a:bodyPr/>
            <a:lstStyle/>
            <a:p>
              <a:endParaRPr lang="zh-CN" altLang="en-US"/>
            </a:p>
          </p:txBody>
        </p:sp>
        <p:sp>
          <p:nvSpPr>
            <p:cNvPr id="13" name="Freeform 13"/>
            <p:cNvSpPr/>
            <p:nvPr/>
          </p:nvSpPr>
          <p:spPr>
            <a:xfrm>
              <a:off x="0" y="0"/>
              <a:ext cx="9561105" cy="9561105"/>
            </a:xfrm>
            <a:custGeom>
              <a:avLst/>
              <a:gdLst/>
              <a:ahLst/>
              <a:cxnLst/>
              <a:rect l="l" t="t" r="r" b="b"/>
              <a:pathLst>
                <a:path w="9561105" h="9561105">
                  <a:moveTo>
                    <a:pt x="0" y="0"/>
                  </a:moveTo>
                  <a:lnTo>
                    <a:pt x="9561105" y="0"/>
                  </a:lnTo>
                  <a:lnTo>
                    <a:pt x="9561105" y="9561105"/>
                  </a:lnTo>
                  <a:lnTo>
                    <a:pt x="0" y="9561105"/>
                  </a:lnTo>
                  <a:lnTo>
                    <a:pt x="0" y="0"/>
                  </a:lnTo>
                  <a:close/>
                </a:path>
              </a:pathLst>
            </a:custGeom>
            <a:blipFill>
              <a:blip r:embed="rId5">
                <a:alphaModFix amt="40000"/>
              </a:blip>
              <a:stretch>
                <a:fillRect/>
              </a:stretch>
            </a:blipFill>
          </p:spPr>
          <p:txBody>
            <a:bodyPr/>
            <a:lstStyle/>
            <a:p>
              <a:endParaRPr lang="zh-CN" altLang="en-US"/>
            </a:p>
          </p:txBody>
        </p:sp>
      </p:grpSp>
      <p:sp>
        <p:nvSpPr>
          <p:cNvPr id="14" name="TextBox 14"/>
          <p:cNvSpPr txBox="1"/>
          <p:nvPr/>
        </p:nvSpPr>
        <p:spPr>
          <a:xfrm>
            <a:off x="1294857" y="1200150"/>
            <a:ext cx="15698285" cy="3065815"/>
          </a:xfrm>
          <a:prstGeom prst="rect">
            <a:avLst/>
          </a:prstGeom>
        </p:spPr>
        <p:txBody>
          <a:bodyPr lIns="0" tIns="0" rIns="0" bIns="0" rtlCol="0" anchor="t">
            <a:spAutoFit/>
          </a:bodyPr>
          <a:lstStyle/>
          <a:p>
            <a:pPr algn="ctr">
              <a:lnSpc>
                <a:spcPts val="21477"/>
              </a:lnSpc>
            </a:pPr>
            <a:r>
              <a:rPr lang="en-US" sz="21264" b="1" spc="-1063">
                <a:solidFill>
                  <a:srgbClr val="FFFFFF"/>
                </a:solidFill>
                <a:latin typeface="Telegraf Bold"/>
                <a:ea typeface="Telegraf Bold"/>
                <a:cs typeface="Telegraf Bold"/>
                <a:sym typeface="Telegraf Bold"/>
              </a:rPr>
              <a:t>Our Team</a:t>
            </a:r>
          </a:p>
        </p:txBody>
      </p:sp>
      <p:grpSp>
        <p:nvGrpSpPr>
          <p:cNvPr id="15" name="Group 15"/>
          <p:cNvGrpSpPr/>
          <p:nvPr/>
        </p:nvGrpSpPr>
        <p:grpSpPr>
          <a:xfrm>
            <a:off x="2076317" y="7129936"/>
            <a:ext cx="14040115" cy="2128364"/>
            <a:chOff x="0" y="0"/>
            <a:chExt cx="3697808" cy="560557"/>
          </a:xfrm>
        </p:grpSpPr>
        <p:sp>
          <p:nvSpPr>
            <p:cNvPr id="16" name="Freeform 16"/>
            <p:cNvSpPr/>
            <p:nvPr/>
          </p:nvSpPr>
          <p:spPr>
            <a:xfrm>
              <a:off x="0" y="0"/>
              <a:ext cx="3697808" cy="560557"/>
            </a:xfrm>
            <a:custGeom>
              <a:avLst/>
              <a:gdLst/>
              <a:ahLst/>
              <a:cxnLst/>
              <a:rect l="l" t="t" r="r" b="b"/>
              <a:pathLst>
                <a:path w="3697808" h="560557">
                  <a:moveTo>
                    <a:pt x="0" y="0"/>
                  </a:moveTo>
                  <a:lnTo>
                    <a:pt x="3697808" y="0"/>
                  </a:lnTo>
                  <a:lnTo>
                    <a:pt x="3697808" y="560557"/>
                  </a:lnTo>
                  <a:lnTo>
                    <a:pt x="0" y="560557"/>
                  </a:lnTo>
                  <a:close/>
                </a:path>
              </a:pathLst>
            </a:custGeom>
            <a:solidFill>
              <a:srgbClr val="FFFFFF"/>
            </a:solidFill>
          </p:spPr>
          <p:txBody>
            <a:bodyPr/>
            <a:lstStyle/>
            <a:p>
              <a:endParaRPr lang="zh-CN" altLang="en-US"/>
            </a:p>
          </p:txBody>
        </p:sp>
        <p:sp>
          <p:nvSpPr>
            <p:cNvPr id="17" name="TextBox 17"/>
            <p:cNvSpPr txBox="1"/>
            <p:nvPr/>
          </p:nvSpPr>
          <p:spPr>
            <a:xfrm>
              <a:off x="0" y="-47625"/>
              <a:ext cx="3697808" cy="608182"/>
            </a:xfrm>
            <a:prstGeom prst="rect">
              <a:avLst/>
            </a:prstGeom>
          </p:spPr>
          <p:txBody>
            <a:bodyPr lIns="50800" tIns="50800" rIns="50800" bIns="50800" rtlCol="0" anchor="ctr"/>
            <a:lstStyle/>
            <a:p>
              <a:pPr algn="ctr">
                <a:lnSpc>
                  <a:spcPts val="2800"/>
                </a:lnSpc>
              </a:pPr>
              <a:endParaRPr/>
            </a:p>
          </p:txBody>
        </p:sp>
      </p:grpSp>
      <p:grpSp>
        <p:nvGrpSpPr>
          <p:cNvPr id="18" name="Group 18"/>
          <p:cNvGrpSpPr/>
          <p:nvPr/>
        </p:nvGrpSpPr>
        <p:grpSpPr>
          <a:xfrm>
            <a:off x="2076317" y="3124313"/>
            <a:ext cx="3510029" cy="4830225"/>
            <a:chOff x="0" y="0"/>
            <a:chExt cx="4680038" cy="6440301"/>
          </a:xfrm>
        </p:grpSpPr>
        <p:pic>
          <p:nvPicPr>
            <p:cNvPr id="19" name="Picture 19"/>
            <p:cNvPicPr>
              <a:picLocks noChangeAspect="1"/>
            </p:cNvPicPr>
            <p:nvPr/>
          </p:nvPicPr>
          <p:blipFill>
            <a:blip r:embed="rId6"/>
            <a:srcRect l="24749" r="26835"/>
            <a:stretch>
              <a:fillRect/>
            </a:stretch>
          </p:blipFill>
          <p:spPr>
            <a:xfrm>
              <a:off x="0" y="0"/>
              <a:ext cx="4680038" cy="6440301"/>
            </a:xfrm>
            <a:prstGeom prst="rect">
              <a:avLst/>
            </a:prstGeom>
          </p:spPr>
        </p:pic>
      </p:grpSp>
      <p:grpSp>
        <p:nvGrpSpPr>
          <p:cNvPr id="20" name="Group 20"/>
          <p:cNvGrpSpPr/>
          <p:nvPr/>
        </p:nvGrpSpPr>
        <p:grpSpPr>
          <a:xfrm>
            <a:off x="5586346" y="3124313"/>
            <a:ext cx="3510029" cy="4830225"/>
            <a:chOff x="0" y="0"/>
            <a:chExt cx="4680038" cy="6440301"/>
          </a:xfrm>
        </p:grpSpPr>
        <p:pic>
          <p:nvPicPr>
            <p:cNvPr id="21" name="Picture 21"/>
            <p:cNvPicPr>
              <a:picLocks noChangeAspect="1"/>
            </p:cNvPicPr>
            <p:nvPr/>
          </p:nvPicPr>
          <p:blipFill>
            <a:blip r:embed="rId7"/>
            <a:srcRect l="28573" r="23011"/>
            <a:stretch>
              <a:fillRect/>
            </a:stretch>
          </p:blipFill>
          <p:spPr>
            <a:xfrm>
              <a:off x="0" y="0"/>
              <a:ext cx="4680038" cy="6440301"/>
            </a:xfrm>
            <a:prstGeom prst="rect">
              <a:avLst/>
            </a:prstGeom>
          </p:spPr>
        </p:pic>
      </p:grpSp>
      <p:grpSp>
        <p:nvGrpSpPr>
          <p:cNvPr id="22" name="Group 22"/>
          <p:cNvGrpSpPr/>
          <p:nvPr/>
        </p:nvGrpSpPr>
        <p:grpSpPr>
          <a:xfrm>
            <a:off x="9096375" y="3124313"/>
            <a:ext cx="3510029" cy="4830225"/>
            <a:chOff x="0" y="0"/>
            <a:chExt cx="4680038" cy="6440301"/>
          </a:xfrm>
        </p:grpSpPr>
        <p:pic>
          <p:nvPicPr>
            <p:cNvPr id="23" name="Picture 23"/>
            <p:cNvPicPr>
              <a:picLocks noChangeAspect="1"/>
            </p:cNvPicPr>
            <p:nvPr/>
          </p:nvPicPr>
          <p:blipFill>
            <a:blip r:embed="rId8"/>
            <a:srcRect l="26542" t="9315" r="29552"/>
            <a:stretch>
              <a:fillRect/>
            </a:stretch>
          </p:blipFill>
          <p:spPr>
            <a:xfrm>
              <a:off x="0" y="0"/>
              <a:ext cx="4680038" cy="6440301"/>
            </a:xfrm>
            <a:prstGeom prst="rect">
              <a:avLst/>
            </a:prstGeom>
          </p:spPr>
        </p:pic>
      </p:grpSp>
      <p:grpSp>
        <p:nvGrpSpPr>
          <p:cNvPr id="24" name="Group 24"/>
          <p:cNvGrpSpPr/>
          <p:nvPr/>
        </p:nvGrpSpPr>
        <p:grpSpPr>
          <a:xfrm>
            <a:off x="12606404" y="3124313"/>
            <a:ext cx="3510029" cy="4830225"/>
            <a:chOff x="0" y="0"/>
            <a:chExt cx="4680038" cy="6440301"/>
          </a:xfrm>
        </p:grpSpPr>
        <p:pic>
          <p:nvPicPr>
            <p:cNvPr id="25" name="Picture 25"/>
            <p:cNvPicPr>
              <a:picLocks noChangeAspect="1"/>
            </p:cNvPicPr>
            <p:nvPr/>
          </p:nvPicPr>
          <p:blipFill>
            <a:blip r:embed="rId9"/>
            <a:srcRect l="22663" r="28921"/>
            <a:stretch>
              <a:fillRect/>
            </a:stretch>
          </p:blipFill>
          <p:spPr>
            <a:xfrm>
              <a:off x="0" y="0"/>
              <a:ext cx="4680038" cy="6440301"/>
            </a:xfrm>
            <a:prstGeom prst="rect">
              <a:avLst/>
            </a:prstGeom>
          </p:spPr>
        </p:pic>
      </p:grpSp>
      <p:sp>
        <p:nvSpPr>
          <p:cNvPr id="26" name="TextBox 26"/>
          <p:cNvSpPr txBox="1"/>
          <p:nvPr/>
        </p:nvSpPr>
        <p:spPr>
          <a:xfrm>
            <a:off x="5880825" y="8641573"/>
            <a:ext cx="3410414" cy="365760"/>
          </a:xfrm>
          <a:prstGeom prst="rect">
            <a:avLst/>
          </a:prstGeom>
        </p:spPr>
        <p:txBody>
          <a:bodyPr lIns="0" tIns="0" rIns="0" bIns="0" rtlCol="0" anchor="t">
            <a:spAutoFit/>
          </a:bodyPr>
          <a:lstStyle/>
          <a:p>
            <a:pPr marL="0" lvl="0" indent="0" algn="l">
              <a:lnSpc>
                <a:spcPts val="2940"/>
              </a:lnSpc>
              <a:spcBef>
                <a:spcPct val="0"/>
              </a:spcBef>
            </a:pPr>
            <a:r>
              <a:rPr lang="en-US" sz="2100" b="1">
                <a:solidFill>
                  <a:srgbClr val="179BC0"/>
                </a:solidFill>
                <a:latin typeface="Neue Montreal Medium"/>
                <a:ea typeface="Neue Montreal Medium"/>
                <a:cs typeface="Neue Montreal Medium"/>
                <a:sym typeface="Neue Montreal Medium"/>
              </a:rPr>
              <a:t>CEO</a:t>
            </a:r>
          </a:p>
        </p:txBody>
      </p:sp>
      <p:sp>
        <p:nvSpPr>
          <p:cNvPr id="27" name="TextBox 27"/>
          <p:cNvSpPr txBox="1"/>
          <p:nvPr/>
        </p:nvSpPr>
        <p:spPr>
          <a:xfrm>
            <a:off x="9386489" y="8641573"/>
            <a:ext cx="3410414" cy="365760"/>
          </a:xfrm>
          <a:prstGeom prst="rect">
            <a:avLst/>
          </a:prstGeom>
        </p:spPr>
        <p:txBody>
          <a:bodyPr lIns="0" tIns="0" rIns="0" bIns="0" rtlCol="0" anchor="t">
            <a:spAutoFit/>
          </a:bodyPr>
          <a:lstStyle/>
          <a:p>
            <a:pPr marL="0" lvl="0" indent="0" algn="l">
              <a:lnSpc>
                <a:spcPts val="2940"/>
              </a:lnSpc>
              <a:spcBef>
                <a:spcPct val="0"/>
              </a:spcBef>
            </a:pPr>
            <a:r>
              <a:rPr lang="en-US" sz="2100" b="1">
                <a:solidFill>
                  <a:srgbClr val="179BC0"/>
                </a:solidFill>
                <a:latin typeface="Neue Montreal Medium"/>
                <a:ea typeface="Neue Montreal Medium"/>
                <a:cs typeface="Neue Montreal Medium"/>
                <a:sym typeface="Neue Montreal Medium"/>
              </a:rPr>
              <a:t>CFO</a:t>
            </a:r>
          </a:p>
        </p:txBody>
      </p:sp>
      <p:sp>
        <p:nvSpPr>
          <p:cNvPr id="28" name="TextBox 28"/>
          <p:cNvSpPr txBox="1"/>
          <p:nvPr/>
        </p:nvSpPr>
        <p:spPr>
          <a:xfrm>
            <a:off x="12892154" y="8641573"/>
            <a:ext cx="3410414" cy="365760"/>
          </a:xfrm>
          <a:prstGeom prst="rect">
            <a:avLst/>
          </a:prstGeom>
        </p:spPr>
        <p:txBody>
          <a:bodyPr lIns="0" tIns="0" rIns="0" bIns="0" rtlCol="0" anchor="t">
            <a:spAutoFit/>
          </a:bodyPr>
          <a:lstStyle/>
          <a:p>
            <a:pPr marL="0" lvl="0" indent="0" algn="l">
              <a:lnSpc>
                <a:spcPts val="2940"/>
              </a:lnSpc>
              <a:spcBef>
                <a:spcPct val="0"/>
              </a:spcBef>
            </a:pPr>
            <a:r>
              <a:rPr lang="en-US" sz="2100" b="1">
                <a:solidFill>
                  <a:srgbClr val="179BC0"/>
                </a:solidFill>
                <a:latin typeface="Neue Montreal Medium"/>
                <a:ea typeface="Neue Montreal Medium"/>
                <a:cs typeface="Neue Montreal Medium"/>
                <a:sym typeface="Neue Montreal Medium"/>
              </a:rPr>
              <a:t>CTO</a:t>
            </a:r>
          </a:p>
        </p:txBody>
      </p:sp>
      <p:sp>
        <p:nvSpPr>
          <p:cNvPr id="29" name="TextBox 29"/>
          <p:cNvSpPr txBox="1"/>
          <p:nvPr/>
        </p:nvSpPr>
        <p:spPr>
          <a:xfrm>
            <a:off x="2370796" y="8641573"/>
            <a:ext cx="3410414" cy="365760"/>
          </a:xfrm>
          <a:prstGeom prst="rect">
            <a:avLst/>
          </a:prstGeom>
        </p:spPr>
        <p:txBody>
          <a:bodyPr lIns="0" tIns="0" rIns="0" bIns="0" rtlCol="0" anchor="t">
            <a:spAutoFit/>
          </a:bodyPr>
          <a:lstStyle/>
          <a:p>
            <a:pPr marL="0" lvl="0" indent="0" algn="l">
              <a:lnSpc>
                <a:spcPts val="2940"/>
              </a:lnSpc>
              <a:spcBef>
                <a:spcPct val="0"/>
              </a:spcBef>
            </a:pPr>
            <a:r>
              <a:rPr lang="en-US" sz="2100" b="1">
                <a:solidFill>
                  <a:srgbClr val="179BC0"/>
                </a:solidFill>
                <a:latin typeface="Neue Montreal Medium"/>
                <a:ea typeface="Neue Montreal Medium"/>
                <a:cs typeface="Neue Montreal Medium"/>
                <a:sym typeface="Neue Montreal Medium"/>
              </a:rPr>
              <a:t>Founder</a:t>
            </a:r>
          </a:p>
        </p:txBody>
      </p:sp>
      <p:sp>
        <p:nvSpPr>
          <p:cNvPr id="30" name="TextBox 30"/>
          <p:cNvSpPr txBox="1"/>
          <p:nvPr/>
        </p:nvSpPr>
        <p:spPr>
          <a:xfrm>
            <a:off x="2370300" y="8175230"/>
            <a:ext cx="3410414" cy="519430"/>
          </a:xfrm>
          <a:prstGeom prst="rect">
            <a:avLst/>
          </a:prstGeom>
        </p:spPr>
        <p:txBody>
          <a:bodyPr lIns="0" tIns="0" rIns="0" bIns="0" rtlCol="0" anchor="t">
            <a:spAutoFit/>
          </a:bodyPr>
          <a:lstStyle/>
          <a:p>
            <a:pPr marL="0" lvl="0" indent="0" algn="l">
              <a:lnSpc>
                <a:spcPts val="3919"/>
              </a:lnSpc>
              <a:spcBef>
                <a:spcPct val="0"/>
              </a:spcBef>
            </a:pPr>
            <a:r>
              <a:rPr lang="en-US" sz="2799" b="1">
                <a:solidFill>
                  <a:srgbClr val="000000"/>
                </a:solidFill>
                <a:latin typeface="Telegraf Ultra-Bold"/>
                <a:ea typeface="Telegraf Ultra-Bold"/>
                <a:cs typeface="Telegraf Ultra-Bold"/>
                <a:sym typeface="Telegraf Ultra-Bold"/>
              </a:rPr>
              <a:t>Aaron Loeb</a:t>
            </a:r>
          </a:p>
        </p:txBody>
      </p:sp>
      <p:sp>
        <p:nvSpPr>
          <p:cNvPr id="31" name="TextBox 31"/>
          <p:cNvSpPr txBox="1"/>
          <p:nvPr/>
        </p:nvSpPr>
        <p:spPr>
          <a:xfrm>
            <a:off x="5880825" y="8175230"/>
            <a:ext cx="3410414" cy="519430"/>
          </a:xfrm>
          <a:prstGeom prst="rect">
            <a:avLst/>
          </a:prstGeom>
        </p:spPr>
        <p:txBody>
          <a:bodyPr lIns="0" tIns="0" rIns="0" bIns="0" rtlCol="0" anchor="t">
            <a:spAutoFit/>
          </a:bodyPr>
          <a:lstStyle/>
          <a:p>
            <a:pPr marL="0" lvl="0" indent="0" algn="l">
              <a:lnSpc>
                <a:spcPts val="3919"/>
              </a:lnSpc>
              <a:spcBef>
                <a:spcPct val="0"/>
              </a:spcBef>
            </a:pPr>
            <a:r>
              <a:rPr lang="en-US" sz="2799" b="1">
                <a:solidFill>
                  <a:srgbClr val="000000"/>
                </a:solidFill>
                <a:latin typeface="Telegraf Ultra-Bold"/>
                <a:ea typeface="Telegraf Ultra-Bold"/>
                <a:cs typeface="Telegraf Ultra-Bold"/>
                <a:sym typeface="Telegraf Ultra-Bold"/>
              </a:rPr>
              <a:t>Alfredo Torres</a:t>
            </a:r>
          </a:p>
        </p:txBody>
      </p:sp>
      <p:sp>
        <p:nvSpPr>
          <p:cNvPr id="32" name="TextBox 32"/>
          <p:cNvSpPr txBox="1"/>
          <p:nvPr/>
        </p:nvSpPr>
        <p:spPr>
          <a:xfrm>
            <a:off x="9386489" y="8175230"/>
            <a:ext cx="3410414" cy="519430"/>
          </a:xfrm>
          <a:prstGeom prst="rect">
            <a:avLst/>
          </a:prstGeom>
        </p:spPr>
        <p:txBody>
          <a:bodyPr lIns="0" tIns="0" rIns="0" bIns="0" rtlCol="0" anchor="t">
            <a:spAutoFit/>
          </a:bodyPr>
          <a:lstStyle/>
          <a:p>
            <a:pPr marL="0" lvl="0" indent="0" algn="l">
              <a:lnSpc>
                <a:spcPts val="3919"/>
              </a:lnSpc>
              <a:spcBef>
                <a:spcPct val="0"/>
              </a:spcBef>
            </a:pPr>
            <a:r>
              <a:rPr lang="en-US" sz="2799" b="1">
                <a:solidFill>
                  <a:srgbClr val="000000"/>
                </a:solidFill>
                <a:latin typeface="Telegraf Ultra-Bold"/>
                <a:ea typeface="Telegraf Ultra-Bold"/>
                <a:cs typeface="Telegraf Ultra-Bold"/>
                <a:sym typeface="Telegraf Ultra-Bold"/>
              </a:rPr>
              <a:t>Estelle Darcy</a:t>
            </a:r>
          </a:p>
        </p:txBody>
      </p:sp>
      <p:sp>
        <p:nvSpPr>
          <p:cNvPr id="33" name="TextBox 33"/>
          <p:cNvSpPr txBox="1"/>
          <p:nvPr/>
        </p:nvSpPr>
        <p:spPr>
          <a:xfrm>
            <a:off x="12892154" y="8175230"/>
            <a:ext cx="3410414" cy="519430"/>
          </a:xfrm>
          <a:prstGeom prst="rect">
            <a:avLst/>
          </a:prstGeom>
        </p:spPr>
        <p:txBody>
          <a:bodyPr lIns="0" tIns="0" rIns="0" bIns="0" rtlCol="0" anchor="t">
            <a:spAutoFit/>
          </a:bodyPr>
          <a:lstStyle/>
          <a:p>
            <a:pPr marL="0" lvl="0" indent="0" algn="l">
              <a:lnSpc>
                <a:spcPts val="3919"/>
              </a:lnSpc>
              <a:spcBef>
                <a:spcPct val="0"/>
              </a:spcBef>
            </a:pPr>
            <a:r>
              <a:rPr lang="en-US" sz="2799" b="1">
                <a:solidFill>
                  <a:srgbClr val="000000"/>
                </a:solidFill>
                <a:latin typeface="Telegraf Ultra-Bold"/>
                <a:ea typeface="Telegraf Ultra-Bold"/>
                <a:cs typeface="Telegraf Ultra-Bold"/>
                <a:sym typeface="Telegraf Ultra-Bold"/>
              </a:rPr>
              <a:t>Chidi Eze</a:t>
            </a:r>
          </a:p>
        </p:txBody>
      </p:sp>
      <p:sp>
        <p:nvSpPr>
          <p:cNvPr id="34" name="Freeform 34"/>
          <p:cNvSpPr/>
          <p:nvPr/>
        </p:nvSpPr>
        <p:spPr>
          <a:xfrm>
            <a:off x="3612315" y="8689198"/>
            <a:ext cx="318135" cy="318135"/>
          </a:xfrm>
          <a:custGeom>
            <a:avLst/>
            <a:gdLst/>
            <a:ahLst/>
            <a:cxnLst/>
            <a:rect l="l" t="t" r="r" b="b"/>
            <a:pathLst>
              <a:path w="318135" h="318135">
                <a:moveTo>
                  <a:pt x="0" y="0"/>
                </a:moveTo>
                <a:lnTo>
                  <a:pt x="318135" y="0"/>
                </a:lnTo>
                <a:lnTo>
                  <a:pt x="318135" y="318135"/>
                </a:lnTo>
                <a:lnTo>
                  <a:pt x="0" y="318135"/>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zh-CN" altLang="en-US"/>
          </a:p>
        </p:txBody>
      </p:sp>
      <p:sp>
        <p:nvSpPr>
          <p:cNvPr id="35" name="Freeform 35"/>
          <p:cNvSpPr/>
          <p:nvPr/>
        </p:nvSpPr>
        <p:spPr>
          <a:xfrm>
            <a:off x="6625130" y="8689198"/>
            <a:ext cx="318135" cy="318135"/>
          </a:xfrm>
          <a:custGeom>
            <a:avLst/>
            <a:gdLst/>
            <a:ahLst/>
            <a:cxnLst/>
            <a:rect l="l" t="t" r="r" b="b"/>
            <a:pathLst>
              <a:path w="318135" h="318135">
                <a:moveTo>
                  <a:pt x="0" y="0"/>
                </a:moveTo>
                <a:lnTo>
                  <a:pt x="318135" y="0"/>
                </a:lnTo>
                <a:lnTo>
                  <a:pt x="318135" y="318135"/>
                </a:lnTo>
                <a:lnTo>
                  <a:pt x="0" y="318135"/>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zh-CN" altLang="en-US"/>
          </a:p>
        </p:txBody>
      </p:sp>
      <p:sp>
        <p:nvSpPr>
          <p:cNvPr id="36" name="Freeform 36"/>
          <p:cNvSpPr/>
          <p:nvPr/>
        </p:nvSpPr>
        <p:spPr>
          <a:xfrm>
            <a:off x="10134600" y="8689198"/>
            <a:ext cx="318135" cy="318135"/>
          </a:xfrm>
          <a:custGeom>
            <a:avLst/>
            <a:gdLst/>
            <a:ahLst/>
            <a:cxnLst/>
            <a:rect l="l" t="t" r="r" b="b"/>
            <a:pathLst>
              <a:path w="318135" h="318135">
                <a:moveTo>
                  <a:pt x="0" y="0"/>
                </a:moveTo>
                <a:lnTo>
                  <a:pt x="318135" y="0"/>
                </a:lnTo>
                <a:lnTo>
                  <a:pt x="318135" y="318135"/>
                </a:lnTo>
                <a:lnTo>
                  <a:pt x="0" y="318135"/>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zh-CN" altLang="en-US"/>
          </a:p>
        </p:txBody>
      </p:sp>
      <p:sp>
        <p:nvSpPr>
          <p:cNvPr id="37" name="Freeform 37"/>
          <p:cNvSpPr/>
          <p:nvPr/>
        </p:nvSpPr>
        <p:spPr>
          <a:xfrm>
            <a:off x="13644070" y="8689198"/>
            <a:ext cx="318135" cy="318135"/>
          </a:xfrm>
          <a:custGeom>
            <a:avLst/>
            <a:gdLst/>
            <a:ahLst/>
            <a:cxnLst/>
            <a:rect l="l" t="t" r="r" b="b"/>
            <a:pathLst>
              <a:path w="318135" h="318135">
                <a:moveTo>
                  <a:pt x="0" y="0"/>
                </a:moveTo>
                <a:lnTo>
                  <a:pt x="318135" y="0"/>
                </a:lnTo>
                <a:lnTo>
                  <a:pt x="318135" y="318135"/>
                </a:lnTo>
                <a:lnTo>
                  <a:pt x="0" y="318135"/>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zh-CN" altLang="en-US"/>
          </a:p>
        </p:txBody>
      </p:sp>
      <p:sp>
        <p:nvSpPr>
          <p:cNvPr id="38" name="AutoShape 38"/>
          <p:cNvSpPr/>
          <p:nvPr/>
        </p:nvSpPr>
        <p:spPr>
          <a:xfrm flipH="1">
            <a:off x="5595871" y="7954539"/>
            <a:ext cx="0" cy="1303761"/>
          </a:xfrm>
          <a:prstGeom prst="line">
            <a:avLst/>
          </a:prstGeom>
          <a:ln w="9525" cap="flat">
            <a:solidFill>
              <a:srgbClr val="000000"/>
            </a:solidFill>
            <a:prstDash val="solid"/>
            <a:headEnd type="none" w="sm" len="sm"/>
            <a:tailEnd type="none" w="sm" len="sm"/>
          </a:ln>
        </p:spPr>
        <p:txBody>
          <a:bodyPr/>
          <a:lstStyle/>
          <a:p>
            <a:endParaRPr lang="zh-CN" altLang="en-US"/>
          </a:p>
        </p:txBody>
      </p:sp>
      <p:sp>
        <p:nvSpPr>
          <p:cNvPr id="39" name="AutoShape 39"/>
          <p:cNvSpPr/>
          <p:nvPr/>
        </p:nvSpPr>
        <p:spPr>
          <a:xfrm flipH="1">
            <a:off x="9091612" y="7954539"/>
            <a:ext cx="0" cy="1303761"/>
          </a:xfrm>
          <a:prstGeom prst="line">
            <a:avLst/>
          </a:prstGeom>
          <a:ln w="9525" cap="flat">
            <a:solidFill>
              <a:srgbClr val="000000"/>
            </a:solidFill>
            <a:prstDash val="solid"/>
            <a:headEnd type="none" w="sm" len="sm"/>
            <a:tailEnd type="none" w="sm" len="sm"/>
          </a:ln>
        </p:spPr>
        <p:txBody>
          <a:bodyPr/>
          <a:lstStyle/>
          <a:p>
            <a:endParaRPr lang="zh-CN" altLang="en-US"/>
          </a:p>
        </p:txBody>
      </p:sp>
      <p:sp>
        <p:nvSpPr>
          <p:cNvPr id="40" name="AutoShape 40"/>
          <p:cNvSpPr/>
          <p:nvPr/>
        </p:nvSpPr>
        <p:spPr>
          <a:xfrm>
            <a:off x="12587354" y="7954539"/>
            <a:ext cx="0" cy="1303761"/>
          </a:xfrm>
          <a:prstGeom prst="line">
            <a:avLst/>
          </a:prstGeom>
          <a:ln w="9525" cap="flat">
            <a:solidFill>
              <a:srgbClr val="000000"/>
            </a:solidFill>
            <a:prstDash val="solid"/>
            <a:headEnd type="none" w="sm" len="sm"/>
            <a:tailEnd type="none" w="sm" len="sm"/>
          </a:ln>
        </p:spPr>
        <p:txBody>
          <a:bodyPr/>
          <a:lstStyle/>
          <a:p>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1444978" cy="812800"/>
          </a:xfrm>
        </p:grpSpPr>
        <p:sp>
          <p:nvSpPr>
            <p:cNvPr id="3" name="Freeform 3"/>
            <p:cNvSpPr/>
            <p:nvPr/>
          </p:nvSpPr>
          <p:spPr>
            <a:xfrm>
              <a:off x="0" y="0"/>
              <a:ext cx="1444978" cy="812800"/>
            </a:xfrm>
            <a:custGeom>
              <a:avLst/>
              <a:gdLst/>
              <a:ahLst/>
              <a:cxnLst/>
              <a:rect l="l" t="t" r="r" b="b"/>
              <a:pathLst>
                <a:path w="1444978" h="812800">
                  <a:moveTo>
                    <a:pt x="0" y="0"/>
                  </a:moveTo>
                  <a:lnTo>
                    <a:pt x="1444978" y="0"/>
                  </a:lnTo>
                  <a:lnTo>
                    <a:pt x="1444978" y="812800"/>
                  </a:lnTo>
                  <a:lnTo>
                    <a:pt x="0" y="812800"/>
                  </a:lnTo>
                  <a:close/>
                </a:path>
              </a:pathLst>
            </a:custGeom>
            <a:blipFill>
              <a:blip r:embed="rId2"/>
              <a:stretch>
                <a:fillRect l="-6249" r="-43791" b="-33370"/>
              </a:stretch>
            </a:blipFill>
          </p:spPr>
          <p:txBody>
            <a:bodyPr/>
            <a:lstStyle/>
            <a:p>
              <a:endParaRPr lang="zh-CN" altLang="en-US"/>
            </a:p>
          </p:txBody>
        </p:sp>
      </p:grpSp>
      <p:grpSp>
        <p:nvGrpSpPr>
          <p:cNvPr id="4" name="Group 4"/>
          <p:cNvGrpSpPr/>
          <p:nvPr/>
        </p:nvGrpSpPr>
        <p:grpSpPr>
          <a:xfrm>
            <a:off x="11626294" y="-345441"/>
            <a:ext cx="7422734" cy="7380634"/>
            <a:chOff x="0" y="0"/>
            <a:chExt cx="9896979" cy="9840846"/>
          </a:xfrm>
        </p:grpSpPr>
        <p:sp>
          <p:nvSpPr>
            <p:cNvPr id="5" name="Freeform 5"/>
            <p:cNvSpPr/>
            <p:nvPr/>
          </p:nvSpPr>
          <p:spPr>
            <a:xfrm>
              <a:off x="3205204" y="0"/>
              <a:ext cx="6691775" cy="9840846"/>
            </a:xfrm>
            <a:custGeom>
              <a:avLst/>
              <a:gdLst/>
              <a:ahLst/>
              <a:cxnLst/>
              <a:rect l="l" t="t" r="r" b="b"/>
              <a:pathLst>
                <a:path w="6691775" h="9840846">
                  <a:moveTo>
                    <a:pt x="0" y="0"/>
                  </a:moveTo>
                  <a:lnTo>
                    <a:pt x="6691775" y="0"/>
                  </a:lnTo>
                  <a:lnTo>
                    <a:pt x="6691775" y="9840846"/>
                  </a:lnTo>
                  <a:lnTo>
                    <a:pt x="0" y="9840846"/>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6" name="Freeform 6"/>
            <p:cNvSpPr/>
            <p:nvPr/>
          </p:nvSpPr>
          <p:spPr>
            <a:xfrm>
              <a:off x="0" y="203988"/>
              <a:ext cx="2710366" cy="9636858"/>
            </a:xfrm>
            <a:custGeom>
              <a:avLst/>
              <a:gdLst/>
              <a:ahLst/>
              <a:cxnLst/>
              <a:rect l="l" t="t" r="r" b="b"/>
              <a:pathLst>
                <a:path w="2710366" h="9636858">
                  <a:moveTo>
                    <a:pt x="0" y="0"/>
                  </a:moveTo>
                  <a:lnTo>
                    <a:pt x="2710366" y="0"/>
                  </a:lnTo>
                  <a:lnTo>
                    <a:pt x="2710366" y="9636858"/>
                  </a:lnTo>
                  <a:lnTo>
                    <a:pt x="0" y="9636858"/>
                  </a:lnTo>
                  <a:lnTo>
                    <a:pt x="0" y="0"/>
                  </a:lnTo>
                  <a:close/>
                </a:path>
              </a:pathLst>
            </a:custGeom>
            <a:blipFill>
              <a:blip>
                <a:alphaModFix amt="40000"/>
                <a:extLst>
                  <a:ext uri="{96DAC541-7B7A-43D3-8B79-37D633B846F1}">
                    <asvg:svgBlip xmlns:asvg="http://schemas.microsoft.com/office/drawing/2016/SVG/main" r:embed="rId4"/>
                  </a:ext>
                </a:extLst>
              </a:blip>
              <a:stretch>
                <a:fillRect/>
              </a:stretch>
            </a:blipFill>
          </p:spPr>
          <p:txBody>
            <a:bodyPr/>
            <a:lstStyle/>
            <a:p>
              <a:endParaRPr lang="zh-CN" altLang="en-US"/>
            </a:p>
          </p:txBody>
        </p:sp>
      </p:grpSp>
      <p:sp>
        <p:nvSpPr>
          <p:cNvPr id="7" name="Freeform 7"/>
          <p:cNvSpPr/>
          <p:nvPr/>
        </p:nvSpPr>
        <p:spPr>
          <a:xfrm>
            <a:off x="7233603" y="-2890956"/>
            <a:ext cx="18284069" cy="18485731"/>
          </a:xfrm>
          <a:custGeom>
            <a:avLst/>
            <a:gdLst/>
            <a:ahLst/>
            <a:cxnLst/>
            <a:rect l="l" t="t" r="r" b="b"/>
            <a:pathLst>
              <a:path w="18284069" h="18485731">
                <a:moveTo>
                  <a:pt x="0" y="0"/>
                </a:moveTo>
                <a:lnTo>
                  <a:pt x="18284069" y="0"/>
                </a:lnTo>
                <a:lnTo>
                  <a:pt x="18284069" y="18485731"/>
                </a:lnTo>
                <a:lnTo>
                  <a:pt x="0" y="18485731"/>
                </a:lnTo>
                <a:lnTo>
                  <a:pt x="0" y="0"/>
                </a:lnTo>
                <a:close/>
              </a:path>
            </a:pathLst>
          </a:custGeom>
          <a:blipFill>
            <a:blip r:embed="rId5"/>
            <a:stretch>
              <a:fillRect/>
            </a:stretch>
          </a:blipFill>
        </p:spPr>
        <p:txBody>
          <a:bodyPr/>
          <a:lstStyle/>
          <a:p>
            <a:endParaRPr lang="zh-CN" altLang="en-US"/>
          </a:p>
        </p:txBody>
      </p:sp>
      <p:sp>
        <p:nvSpPr>
          <p:cNvPr id="8" name="Freeform 8"/>
          <p:cNvSpPr/>
          <p:nvPr/>
        </p:nvSpPr>
        <p:spPr>
          <a:xfrm>
            <a:off x="-4467050" y="-7409262"/>
            <a:ext cx="13611050" cy="13761171"/>
          </a:xfrm>
          <a:custGeom>
            <a:avLst/>
            <a:gdLst/>
            <a:ahLst/>
            <a:cxnLst/>
            <a:rect l="l" t="t" r="r" b="b"/>
            <a:pathLst>
              <a:path w="13611050" h="13761171">
                <a:moveTo>
                  <a:pt x="0" y="0"/>
                </a:moveTo>
                <a:lnTo>
                  <a:pt x="13611050" y="0"/>
                </a:lnTo>
                <a:lnTo>
                  <a:pt x="13611050" y="13761172"/>
                </a:lnTo>
                <a:lnTo>
                  <a:pt x="0" y="13761172"/>
                </a:lnTo>
                <a:lnTo>
                  <a:pt x="0" y="0"/>
                </a:lnTo>
                <a:close/>
              </a:path>
            </a:pathLst>
          </a:custGeom>
          <a:blipFill>
            <a:blip r:embed="rId5"/>
            <a:stretch>
              <a:fillRect/>
            </a:stretch>
          </a:blipFill>
        </p:spPr>
        <p:txBody>
          <a:bodyPr/>
          <a:lstStyle/>
          <a:p>
            <a:endParaRPr lang="zh-CN" altLang="en-US"/>
          </a:p>
        </p:txBody>
      </p:sp>
      <p:sp>
        <p:nvSpPr>
          <p:cNvPr id="9" name="TextBox 9"/>
          <p:cNvSpPr txBox="1"/>
          <p:nvPr/>
        </p:nvSpPr>
        <p:spPr>
          <a:xfrm>
            <a:off x="10309737" y="5536912"/>
            <a:ext cx="7978263" cy="4446187"/>
          </a:xfrm>
          <a:prstGeom prst="rect">
            <a:avLst/>
          </a:prstGeom>
        </p:spPr>
        <p:txBody>
          <a:bodyPr lIns="0" tIns="0" rIns="0" bIns="0" rtlCol="0" anchor="t">
            <a:spAutoFit/>
          </a:bodyPr>
          <a:lstStyle/>
          <a:p>
            <a:pPr algn="l">
              <a:lnSpc>
                <a:spcPts val="15868"/>
              </a:lnSpc>
            </a:pPr>
            <a:r>
              <a:rPr lang="en-US" sz="19351" b="1" spc="-967">
                <a:solidFill>
                  <a:srgbClr val="FFFFFF"/>
                </a:solidFill>
                <a:latin typeface="Telegraf Bold"/>
                <a:ea typeface="Telegraf Bold"/>
                <a:cs typeface="Telegraf Bold"/>
                <a:sym typeface="Telegraf Bold"/>
              </a:rPr>
              <a:t>Get In Touch</a:t>
            </a:r>
          </a:p>
        </p:txBody>
      </p:sp>
      <p:grpSp>
        <p:nvGrpSpPr>
          <p:cNvPr id="10" name="Group 10"/>
          <p:cNvGrpSpPr/>
          <p:nvPr/>
        </p:nvGrpSpPr>
        <p:grpSpPr>
          <a:xfrm>
            <a:off x="1028700" y="1028700"/>
            <a:ext cx="8852412" cy="8229600"/>
            <a:chOff x="0" y="0"/>
            <a:chExt cx="1797413" cy="1670956"/>
          </a:xfrm>
        </p:grpSpPr>
        <p:sp>
          <p:nvSpPr>
            <p:cNvPr id="11" name="Freeform 11"/>
            <p:cNvSpPr/>
            <p:nvPr/>
          </p:nvSpPr>
          <p:spPr>
            <a:xfrm>
              <a:off x="0" y="0"/>
              <a:ext cx="1797413" cy="1670956"/>
            </a:xfrm>
            <a:custGeom>
              <a:avLst/>
              <a:gdLst/>
              <a:ahLst/>
              <a:cxnLst/>
              <a:rect l="l" t="t" r="r" b="b"/>
              <a:pathLst>
                <a:path w="1797413" h="1670956">
                  <a:moveTo>
                    <a:pt x="0" y="0"/>
                  </a:moveTo>
                  <a:lnTo>
                    <a:pt x="1797413" y="0"/>
                  </a:lnTo>
                  <a:lnTo>
                    <a:pt x="1797413" y="1670956"/>
                  </a:lnTo>
                  <a:lnTo>
                    <a:pt x="0" y="1670956"/>
                  </a:lnTo>
                  <a:close/>
                </a:path>
              </a:pathLst>
            </a:custGeom>
            <a:solidFill>
              <a:srgbClr val="FFFFFF"/>
            </a:solidFill>
          </p:spPr>
          <p:txBody>
            <a:bodyPr/>
            <a:lstStyle/>
            <a:p>
              <a:endParaRPr lang="zh-CN" altLang="en-US"/>
            </a:p>
          </p:txBody>
        </p:sp>
        <p:sp>
          <p:nvSpPr>
            <p:cNvPr id="12" name="TextBox 12"/>
            <p:cNvSpPr txBox="1"/>
            <p:nvPr/>
          </p:nvSpPr>
          <p:spPr>
            <a:xfrm>
              <a:off x="0" y="-47625"/>
              <a:ext cx="1797413" cy="1718581"/>
            </a:xfrm>
            <a:prstGeom prst="rect">
              <a:avLst/>
            </a:prstGeom>
          </p:spPr>
          <p:txBody>
            <a:bodyPr lIns="50800" tIns="50800" rIns="50800" bIns="50800" rtlCol="0" anchor="ctr"/>
            <a:lstStyle/>
            <a:p>
              <a:pPr algn="ctr">
                <a:lnSpc>
                  <a:spcPts val="2800"/>
                </a:lnSpc>
              </a:pPr>
              <a:endParaRPr/>
            </a:p>
          </p:txBody>
        </p:sp>
      </p:grpSp>
      <p:sp>
        <p:nvSpPr>
          <p:cNvPr id="13" name="AutoShape 13"/>
          <p:cNvSpPr/>
          <p:nvPr/>
        </p:nvSpPr>
        <p:spPr>
          <a:xfrm flipH="1">
            <a:off x="1028700" y="2781295"/>
            <a:ext cx="8852412" cy="0"/>
          </a:xfrm>
          <a:prstGeom prst="line">
            <a:avLst/>
          </a:prstGeom>
          <a:ln w="9525" cap="flat">
            <a:solidFill>
              <a:srgbClr val="000000"/>
            </a:solidFill>
            <a:prstDash val="solid"/>
            <a:headEnd type="none" w="sm" len="sm"/>
            <a:tailEnd type="none" w="sm" len="sm"/>
          </a:ln>
        </p:spPr>
        <p:txBody>
          <a:bodyPr/>
          <a:lstStyle/>
          <a:p>
            <a:endParaRPr lang="zh-CN" altLang="en-US"/>
          </a:p>
        </p:txBody>
      </p:sp>
      <p:sp>
        <p:nvSpPr>
          <p:cNvPr id="14" name="AutoShape 14"/>
          <p:cNvSpPr/>
          <p:nvPr/>
        </p:nvSpPr>
        <p:spPr>
          <a:xfrm flipH="1">
            <a:off x="1028700" y="4425184"/>
            <a:ext cx="8852412" cy="0"/>
          </a:xfrm>
          <a:prstGeom prst="line">
            <a:avLst/>
          </a:prstGeom>
          <a:ln w="9525" cap="flat">
            <a:solidFill>
              <a:srgbClr val="000000"/>
            </a:solidFill>
            <a:prstDash val="solid"/>
            <a:headEnd type="none" w="sm" len="sm"/>
            <a:tailEnd type="none" w="sm" len="sm"/>
          </a:ln>
        </p:spPr>
        <p:txBody>
          <a:bodyPr/>
          <a:lstStyle/>
          <a:p>
            <a:endParaRPr lang="zh-CN" altLang="en-US"/>
          </a:p>
        </p:txBody>
      </p:sp>
      <p:sp>
        <p:nvSpPr>
          <p:cNvPr id="15" name="AutoShape 15"/>
          <p:cNvSpPr/>
          <p:nvPr/>
        </p:nvSpPr>
        <p:spPr>
          <a:xfrm flipH="1">
            <a:off x="1028700" y="6069072"/>
            <a:ext cx="8852412" cy="0"/>
          </a:xfrm>
          <a:prstGeom prst="line">
            <a:avLst/>
          </a:prstGeom>
          <a:ln w="9525" cap="flat">
            <a:solidFill>
              <a:srgbClr val="000000"/>
            </a:solidFill>
            <a:prstDash val="solid"/>
            <a:headEnd type="none" w="sm" len="sm"/>
            <a:tailEnd type="none" w="sm" len="sm"/>
          </a:ln>
        </p:spPr>
        <p:txBody>
          <a:bodyPr/>
          <a:lstStyle/>
          <a:p>
            <a:endParaRPr lang="zh-CN" altLang="en-US"/>
          </a:p>
        </p:txBody>
      </p:sp>
      <p:sp>
        <p:nvSpPr>
          <p:cNvPr id="16" name="AutoShape 16"/>
          <p:cNvSpPr/>
          <p:nvPr/>
        </p:nvSpPr>
        <p:spPr>
          <a:xfrm flipH="1">
            <a:off x="1028700" y="7712961"/>
            <a:ext cx="8852412" cy="0"/>
          </a:xfrm>
          <a:prstGeom prst="line">
            <a:avLst/>
          </a:prstGeom>
          <a:ln w="9525" cap="flat">
            <a:solidFill>
              <a:srgbClr val="000000"/>
            </a:solidFill>
            <a:prstDash val="solid"/>
            <a:headEnd type="none" w="sm" len="sm"/>
            <a:tailEnd type="none" w="sm" len="sm"/>
          </a:ln>
        </p:spPr>
        <p:txBody>
          <a:bodyPr/>
          <a:lstStyle/>
          <a:p>
            <a:endParaRPr lang="zh-CN" altLang="en-US"/>
          </a:p>
        </p:txBody>
      </p:sp>
      <p:sp>
        <p:nvSpPr>
          <p:cNvPr id="17" name="Freeform 17"/>
          <p:cNvSpPr/>
          <p:nvPr/>
        </p:nvSpPr>
        <p:spPr>
          <a:xfrm>
            <a:off x="1956367" y="3384616"/>
            <a:ext cx="500346" cy="500346"/>
          </a:xfrm>
          <a:custGeom>
            <a:avLst/>
            <a:gdLst/>
            <a:ahLst/>
            <a:cxnLst/>
            <a:rect l="l" t="t" r="r" b="b"/>
            <a:pathLst>
              <a:path w="500346" h="500346">
                <a:moveTo>
                  <a:pt x="0" y="0"/>
                </a:moveTo>
                <a:lnTo>
                  <a:pt x="500345" y="0"/>
                </a:lnTo>
                <a:lnTo>
                  <a:pt x="500345" y="500345"/>
                </a:lnTo>
                <a:lnTo>
                  <a:pt x="0" y="500345"/>
                </a:lnTo>
                <a:lnTo>
                  <a:pt x="0" y="0"/>
                </a:lnTo>
                <a:close/>
              </a:path>
            </a:pathLst>
          </a:custGeom>
          <a:blipFill>
            <a:blip>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zh-CN" altLang="en-US"/>
          </a:p>
        </p:txBody>
      </p:sp>
      <p:sp>
        <p:nvSpPr>
          <p:cNvPr id="18" name="Freeform 18"/>
          <p:cNvSpPr/>
          <p:nvPr/>
        </p:nvSpPr>
        <p:spPr>
          <a:xfrm>
            <a:off x="1956367" y="6568812"/>
            <a:ext cx="500346" cy="500346"/>
          </a:xfrm>
          <a:custGeom>
            <a:avLst/>
            <a:gdLst/>
            <a:ahLst/>
            <a:cxnLst/>
            <a:rect l="l" t="t" r="r" b="b"/>
            <a:pathLst>
              <a:path w="500346" h="500346">
                <a:moveTo>
                  <a:pt x="0" y="0"/>
                </a:moveTo>
                <a:lnTo>
                  <a:pt x="500345" y="0"/>
                </a:lnTo>
                <a:lnTo>
                  <a:pt x="500345" y="500345"/>
                </a:lnTo>
                <a:lnTo>
                  <a:pt x="0" y="500345"/>
                </a:lnTo>
                <a:lnTo>
                  <a:pt x="0" y="0"/>
                </a:lnTo>
                <a:close/>
              </a:path>
            </a:pathLst>
          </a:custGeom>
          <a:blipFill>
            <a:blip>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zh-CN" altLang="en-US"/>
          </a:p>
        </p:txBody>
      </p:sp>
      <p:sp>
        <p:nvSpPr>
          <p:cNvPr id="19" name="Freeform 19"/>
          <p:cNvSpPr/>
          <p:nvPr/>
        </p:nvSpPr>
        <p:spPr>
          <a:xfrm>
            <a:off x="1956367" y="1784651"/>
            <a:ext cx="500346" cy="500346"/>
          </a:xfrm>
          <a:custGeom>
            <a:avLst/>
            <a:gdLst/>
            <a:ahLst/>
            <a:cxnLst/>
            <a:rect l="l" t="t" r="r" b="b"/>
            <a:pathLst>
              <a:path w="500346" h="500346">
                <a:moveTo>
                  <a:pt x="0" y="0"/>
                </a:moveTo>
                <a:lnTo>
                  <a:pt x="500345" y="0"/>
                </a:lnTo>
                <a:lnTo>
                  <a:pt x="500345" y="500345"/>
                </a:lnTo>
                <a:lnTo>
                  <a:pt x="0" y="500345"/>
                </a:lnTo>
                <a:lnTo>
                  <a:pt x="0" y="0"/>
                </a:lnTo>
                <a:close/>
              </a:path>
            </a:pathLst>
          </a:custGeom>
          <a:blipFill>
            <a:blip>
              <a:extLst>
                <a:ext uri="{96DAC541-7B7A-43D3-8B79-37D633B846F1}">
                  <asvg:svgBlip xmlns:asvg="http://schemas.microsoft.com/office/drawing/2016/SVG/main" r:embed="rId8"/>
                </a:ext>
              </a:extLst>
            </a:blip>
            <a:stretch>
              <a:fillRect/>
            </a:stretch>
          </a:blipFill>
          <a:ln cap="sq">
            <a:noFill/>
            <a:prstDash val="solid"/>
            <a:miter/>
          </a:ln>
        </p:spPr>
        <p:txBody>
          <a:bodyPr/>
          <a:lstStyle/>
          <a:p>
            <a:endParaRPr lang="zh-CN" altLang="en-US"/>
          </a:p>
        </p:txBody>
      </p:sp>
      <p:sp>
        <p:nvSpPr>
          <p:cNvPr id="20" name="Freeform 20"/>
          <p:cNvSpPr/>
          <p:nvPr/>
        </p:nvSpPr>
        <p:spPr>
          <a:xfrm>
            <a:off x="1956367" y="4976714"/>
            <a:ext cx="500346" cy="500346"/>
          </a:xfrm>
          <a:custGeom>
            <a:avLst/>
            <a:gdLst/>
            <a:ahLst/>
            <a:cxnLst/>
            <a:rect l="l" t="t" r="r" b="b"/>
            <a:pathLst>
              <a:path w="500346" h="500346">
                <a:moveTo>
                  <a:pt x="0" y="0"/>
                </a:moveTo>
                <a:lnTo>
                  <a:pt x="500345" y="0"/>
                </a:lnTo>
                <a:lnTo>
                  <a:pt x="500345" y="500345"/>
                </a:lnTo>
                <a:lnTo>
                  <a:pt x="0" y="500345"/>
                </a:lnTo>
                <a:lnTo>
                  <a:pt x="0" y="0"/>
                </a:lnTo>
                <a:close/>
              </a:path>
            </a:pathLst>
          </a:custGeom>
          <a:blipFill>
            <a:blip>
              <a:extLst>
                <a:ext uri="{96DAC541-7B7A-43D3-8B79-37D633B846F1}">
                  <asvg:svgBlip xmlns:asvg="http://schemas.microsoft.com/office/drawing/2016/SVG/main" r:embed="rId9"/>
                </a:ext>
              </a:extLst>
            </a:blip>
            <a:stretch>
              <a:fillRect/>
            </a:stretch>
          </a:blipFill>
          <a:ln cap="sq">
            <a:noFill/>
            <a:prstDash val="solid"/>
            <a:miter/>
          </a:ln>
        </p:spPr>
        <p:txBody>
          <a:bodyPr/>
          <a:lstStyle/>
          <a:p>
            <a:endParaRPr lang="zh-CN" altLang="en-US"/>
          </a:p>
        </p:txBody>
      </p:sp>
      <p:sp>
        <p:nvSpPr>
          <p:cNvPr id="21" name="Freeform 21"/>
          <p:cNvSpPr/>
          <p:nvPr/>
        </p:nvSpPr>
        <p:spPr>
          <a:xfrm>
            <a:off x="1956367" y="8160910"/>
            <a:ext cx="500346" cy="500346"/>
          </a:xfrm>
          <a:custGeom>
            <a:avLst/>
            <a:gdLst/>
            <a:ahLst/>
            <a:cxnLst/>
            <a:rect l="l" t="t" r="r" b="b"/>
            <a:pathLst>
              <a:path w="500346" h="500346">
                <a:moveTo>
                  <a:pt x="0" y="0"/>
                </a:moveTo>
                <a:lnTo>
                  <a:pt x="500345" y="0"/>
                </a:lnTo>
                <a:lnTo>
                  <a:pt x="500345" y="500346"/>
                </a:lnTo>
                <a:lnTo>
                  <a:pt x="0" y="500346"/>
                </a:lnTo>
                <a:lnTo>
                  <a:pt x="0" y="0"/>
                </a:lnTo>
                <a:close/>
              </a:path>
            </a:pathLst>
          </a:custGeom>
          <a:blipFill>
            <a:blip>
              <a:extLst>
                <a:ext uri="{96DAC541-7B7A-43D3-8B79-37D633B846F1}">
                  <asvg:svgBlip xmlns:asvg="http://schemas.microsoft.com/office/drawing/2016/SVG/main" r:embed="rId10"/>
                </a:ext>
              </a:extLst>
            </a:blip>
            <a:stretch>
              <a:fillRect/>
            </a:stretch>
          </a:blipFill>
          <a:ln cap="sq">
            <a:noFill/>
            <a:prstDash val="solid"/>
            <a:miter/>
          </a:ln>
        </p:spPr>
        <p:txBody>
          <a:bodyPr/>
          <a:lstStyle/>
          <a:p>
            <a:endParaRPr lang="zh-CN" altLang="en-US"/>
          </a:p>
        </p:txBody>
      </p:sp>
      <p:sp>
        <p:nvSpPr>
          <p:cNvPr id="22" name="TextBox 22"/>
          <p:cNvSpPr txBox="1"/>
          <p:nvPr/>
        </p:nvSpPr>
        <p:spPr>
          <a:xfrm>
            <a:off x="2888461" y="1765482"/>
            <a:ext cx="6611918" cy="469816"/>
          </a:xfrm>
          <a:prstGeom prst="rect">
            <a:avLst/>
          </a:prstGeom>
        </p:spPr>
        <p:txBody>
          <a:bodyPr lIns="0" tIns="0" rIns="0" bIns="0" rtlCol="0" anchor="t">
            <a:spAutoFit/>
          </a:bodyPr>
          <a:lstStyle/>
          <a:p>
            <a:pPr algn="l">
              <a:lnSpc>
                <a:spcPts val="3813"/>
              </a:lnSpc>
              <a:spcBef>
                <a:spcPct val="0"/>
              </a:spcBef>
            </a:pPr>
            <a:r>
              <a:rPr lang="en-US" sz="2723" b="1">
                <a:solidFill>
                  <a:srgbClr val="000000"/>
                </a:solidFill>
                <a:latin typeface="Neue Montreal Medium"/>
                <a:ea typeface="Neue Montreal Medium"/>
                <a:cs typeface="Neue Montreal Medium"/>
                <a:sym typeface="Neue Montreal Medium"/>
              </a:rPr>
              <a:t>www.reallygreatsite.com</a:t>
            </a:r>
          </a:p>
        </p:txBody>
      </p:sp>
      <p:sp>
        <p:nvSpPr>
          <p:cNvPr id="23" name="TextBox 23"/>
          <p:cNvSpPr txBox="1"/>
          <p:nvPr/>
        </p:nvSpPr>
        <p:spPr>
          <a:xfrm>
            <a:off x="2888461" y="3365447"/>
            <a:ext cx="6611918" cy="469816"/>
          </a:xfrm>
          <a:prstGeom prst="rect">
            <a:avLst/>
          </a:prstGeom>
        </p:spPr>
        <p:txBody>
          <a:bodyPr lIns="0" tIns="0" rIns="0" bIns="0" rtlCol="0" anchor="t">
            <a:spAutoFit/>
          </a:bodyPr>
          <a:lstStyle/>
          <a:p>
            <a:pPr algn="l">
              <a:lnSpc>
                <a:spcPts val="3813"/>
              </a:lnSpc>
              <a:spcBef>
                <a:spcPct val="0"/>
              </a:spcBef>
            </a:pPr>
            <a:r>
              <a:rPr lang="en-US" sz="2723" b="1">
                <a:solidFill>
                  <a:srgbClr val="000000"/>
                </a:solidFill>
                <a:latin typeface="Neue Montreal Medium"/>
                <a:ea typeface="Neue Montreal Medium"/>
                <a:cs typeface="Neue Montreal Medium"/>
                <a:sym typeface="Neue Montreal Medium"/>
              </a:rPr>
              <a:t>hello@reallygreatsite.com</a:t>
            </a:r>
          </a:p>
        </p:txBody>
      </p:sp>
      <p:sp>
        <p:nvSpPr>
          <p:cNvPr id="24" name="TextBox 24"/>
          <p:cNvSpPr txBox="1"/>
          <p:nvPr/>
        </p:nvSpPr>
        <p:spPr>
          <a:xfrm>
            <a:off x="2888461" y="4965412"/>
            <a:ext cx="6611918" cy="469816"/>
          </a:xfrm>
          <a:prstGeom prst="rect">
            <a:avLst/>
          </a:prstGeom>
        </p:spPr>
        <p:txBody>
          <a:bodyPr lIns="0" tIns="0" rIns="0" bIns="0" rtlCol="0" anchor="t">
            <a:spAutoFit/>
          </a:bodyPr>
          <a:lstStyle/>
          <a:p>
            <a:pPr algn="l">
              <a:lnSpc>
                <a:spcPts val="3813"/>
              </a:lnSpc>
              <a:spcBef>
                <a:spcPct val="0"/>
              </a:spcBef>
            </a:pPr>
            <a:r>
              <a:rPr lang="en-US" sz="2723" b="1">
                <a:solidFill>
                  <a:srgbClr val="000000"/>
                </a:solidFill>
                <a:latin typeface="Neue Montreal Medium"/>
                <a:ea typeface="Neue Montreal Medium"/>
                <a:cs typeface="Neue Montreal Medium"/>
                <a:sym typeface="Neue Montreal Medium"/>
              </a:rPr>
              <a:t>@reallygreatsite</a:t>
            </a:r>
          </a:p>
        </p:txBody>
      </p:sp>
      <p:sp>
        <p:nvSpPr>
          <p:cNvPr id="25" name="TextBox 25"/>
          <p:cNvSpPr txBox="1"/>
          <p:nvPr/>
        </p:nvSpPr>
        <p:spPr>
          <a:xfrm>
            <a:off x="2888461" y="6565377"/>
            <a:ext cx="6611918" cy="469816"/>
          </a:xfrm>
          <a:prstGeom prst="rect">
            <a:avLst/>
          </a:prstGeom>
        </p:spPr>
        <p:txBody>
          <a:bodyPr lIns="0" tIns="0" rIns="0" bIns="0" rtlCol="0" anchor="t">
            <a:spAutoFit/>
          </a:bodyPr>
          <a:lstStyle/>
          <a:p>
            <a:pPr algn="l">
              <a:lnSpc>
                <a:spcPts val="3813"/>
              </a:lnSpc>
              <a:spcBef>
                <a:spcPct val="0"/>
              </a:spcBef>
            </a:pPr>
            <a:r>
              <a:rPr lang="en-US" sz="2723" b="1">
                <a:solidFill>
                  <a:srgbClr val="000000"/>
                </a:solidFill>
                <a:latin typeface="Neue Montreal Medium"/>
                <a:ea typeface="Neue Montreal Medium"/>
                <a:cs typeface="Neue Montreal Medium"/>
                <a:sym typeface="Neue Montreal Medium"/>
              </a:rPr>
              <a:t>+123-456-789</a:t>
            </a:r>
          </a:p>
        </p:txBody>
      </p:sp>
      <p:sp>
        <p:nvSpPr>
          <p:cNvPr id="26" name="TextBox 26"/>
          <p:cNvSpPr txBox="1"/>
          <p:nvPr/>
        </p:nvSpPr>
        <p:spPr>
          <a:xfrm>
            <a:off x="2888461" y="8165342"/>
            <a:ext cx="6611918" cy="469816"/>
          </a:xfrm>
          <a:prstGeom prst="rect">
            <a:avLst/>
          </a:prstGeom>
        </p:spPr>
        <p:txBody>
          <a:bodyPr lIns="0" tIns="0" rIns="0" bIns="0" rtlCol="0" anchor="t">
            <a:spAutoFit/>
          </a:bodyPr>
          <a:lstStyle/>
          <a:p>
            <a:pPr algn="l">
              <a:lnSpc>
                <a:spcPts val="3813"/>
              </a:lnSpc>
              <a:spcBef>
                <a:spcPct val="0"/>
              </a:spcBef>
            </a:pPr>
            <a:r>
              <a:rPr lang="en-US" sz="2723" b="1">
                <a:solidFill>
                  <a:srgbClr val="000000"/>
                </a:solidFill>
                <a:latin typeface="Neue Montreal Medium"/>
                <a:ea typeface="Neue Montreal Medium"/>
                <a:cs typeface="Neue Montreal Medium"/>
                <a:sym typeface="Neue Montreal Medium"/>
              </a:rPr>
              <a:t>123 Anywhere St., Any City, ST 12345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1120</Words>
  <Application>Microsoft Macintosh PowerPoint</Application>
  <PresentationFormat>自定义</PresentationFormat>
  <Paragraphs>101</Paragraphs>
  <Slides>12</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12</vt:i4>
      </vt:variant>
    </vt:vector>
  </HeadingPairs>
  <TitlesOfParts>
    <vt:vector size="20" baseType="lpstr">
      <vt:lpstr>Telegraf Bold</vt:lpstr>
      <vt:lpstr>Neue Montreal</vt:lpstr>
      <vt:lpstr>Telegraf Ultra-Bold</vt:lpstr>
      <vt:lpstr>Calibri</vt:lpstr>
      <vt:lpstr>Neue Montreal Medium Italics</vt:lpstr>
      <vt:lpstr>Arial</vt:lpstr>
      <vt:lpstr>Neue Montreal Medium</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Navy Black White Modern Gradient Bold Glass Style Business Proposal Presentation</dc:title>
  <cp:lastModifiedBy>Seth Thora</cp:lastModifiedBy>
  <cp:revision>3</cp:revision>
  <dcterms:created xsi:type="dcterms:W3CDTF">2006-08-16T00:00:00Z</dcterms:created>
  <dcterms:modified xsi:type="dcterms:W3CDTF">2026-09-22T07:13:24Z</dcterms:modified>
  <dc:identifier>DAHUkqiR_J8</dc:identifier>
</cp:coreProperties>
</file>